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_rels/slideMaster1.xml.rels" ContentType="application/vnd.openxmlformats-package.relationships+xml"/>
  <Override PartName="/ppt/slideMasters/_rels/slideMaster2.xml.rels" ContentType="application/vnd.openxmlformats-package.relationships+xml"/>
  <Override PartName="/ppt/slideMasters/_rels/slideMaster3.xml.rels" ContentType="application/vnd.openxmlformats-package.relationships+xml"/>
  <Override PartName="/ppt/slideMasters/_rels/slideMaster4.xml.rels" ContentType="application/vnd.openxmlformats-package.relationships+xml"/>
  <Override PartName="/ppt/slideMasters/_rels/slideMaster5.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9.xml.rels" ContentType="application/vnd.openxmlformats-package.relationships+xml"/>
  <Override PartName="/ppt/_rels/presentation.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21.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_rels/slide1.xml.rels" ContentType="application/vnd.openxmlformats-package.relationships+xml"/>
  <Override PartName="/ppt/slides/_rels/slide22.xml.rels" ContentType="application/vnd.openxmlformats-package.relationships+xml"/>
  <Override PartName="/ppt/slides/_rels/slide2.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presProps.xml" ContentType="application/vnd.openxmlformats-officedocument.presentationml.presProps+xml"/>
  <Override PartName="/ppt/media/image1.png" ContentType="image/png"/>
  <Override PartName="/ppt/media/image2.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4" r:id="rId3"/>
    <p:sldMasterId id="2147483656" r:id="rId4"/>
    <p:sldMasterId id="2147483658" r:id="rId5"/>
    <p:sldMasterId id="2147483660" r:id="rId6"/>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x="9144000" cy="51435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5.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spTree>
      <p:nvGrpSpPr>
        <p:cNvPr id="1" name=""/>
        <p:cNvGrpSpPr/>
        <p:nvPr/>
      </p:nvGrpSpPr>
      <p:grpSpPr>
        <a:xfrm>
          <a:off x="0" y="0"/>
          <a:ext cx="0" cy="0"/>
          <a:chOff x="0" y="0"/>
          <a:chExt cx="0" cy="0"/>
        </a:xfrm>
      </p:grpSpPr>
      <p:sp>
        <p:nvSpPr>
          <p:cNvPr id="3" name="PlaceHolder 1"/>
          <p:cNvSpPr>
            <a:spLocks noGrp="1"/>
          </p:cNvSpPr>
          <p:nvPr>
            <p:ph type="title"/>
          </p:nvPr>
        </p:nvSpPr>
        <p:spPr>
          <a:xfrm>
            <a:off x="311760" y="744480"/>
            <a:ext cx="8519400" cy="2051640"/>
          </a:xfrm>
          <a:prstGeom prst="rect">
            <a:avLst/>
          </a:prstGeom>
          <a:noFill/>
          <a:ln w="0">
            <a:noFill/>
          </a:ln>
        </p:spPr>
        <p:txBody>
          <a:bodyPr lIns="0" rIns="0" tIns="0" bIns="0" anchor="ctr">
            <a:noAutofit/>
          </a:bodyPr>
          <a:p>
            <a:pPr indent="0" algn="ctr">
              <a:buNone/>
            </a:pPr>
            <a:endParaRPr b="0" lang="en-IN" sz="4400" strike="noStrike" u="none">
              <a:solidFill>
                <a:srgbClr val="000000"/>
              </a:solidFill>
              <a:uFillTx/>
              <a:latin typeface="Arial"/>
            </a:endParaRPr>
          </a:p>
        </p:txBody>
      </p:sp>
      <p:sp>
        <p:nvSpPr>
          <p:cNvPr id="4"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indent="0" algn="ctr">
              <a:buNone/>
            </a:pPr>
            <a:endParaRPr b="0" lang="en-IN" sz="3200" strike="noStrike" u="none">
              <a:solidFill>
                <a:srgbClr val="000000"/>
              </a:solidFill>
              <a:uFillTx/>
              <a:latin typeface="Arial"/>
            </a:endParaRPr>
          </a:p>
        </p:txBody>
      </p:sp>
      <p:sp>
        <p:nvSpPr>
          <p:cNvPr id="4" name="PlaceHolder 3"/>
          <p:cNvSpPr>
            <a:spLocks noGrp="1"/>
          </p:cNvSpPr>
          <p:nvPr>
            <p:ph type="sldNum" idx="1"/>
          </p:nvPr>
        </p:nvSpPr>
        <p:spPr/>
        <p:txBody>
          <a:bodyPr/>
          <a:p>
            <a:fld id="{6328685F-9F20-454C-8CFE-EBB346347CD2}" type="slidenum">
              <a:t>&lt;#&gt;</a:t>
            </a:fld>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p:spTree>
      <p:nvGrpSpPr>
        <p:cNvPr id="1" name=""/>
        <p:cNvGrpSpPr/>
        <p:nvPr/>
      </p:nvGrpSpPr>
      <p:grpSpPr>
        <a:xfrm>
          <a:off x="0" y="0"/>
          <a:ext cx="0" cy="0"/>
          <a:chOff x="0" y="0"/>
          <a:chExt cx="0" cy="0"/>
        </a:xfrm>
      </p:grpSpPr>
      <p:sp>
        <p:nvSpPr>
          <p:cNvPr id="2" name="PlaceHolder 1"/>
          <p:cNvSpPr>
            <a:spLocks noGrp="1"/>
          </p:cNvSpPr>
          <p:nvPr>
            <p:ph type="sldNum" idx="1"/>
          </p:nvPr>
        </p:nvSpPr>
        <p:spPr/>
        <p:txBody>
          <a:bodyPr/>
          <a:p>
            <a:fld id="{FF98E430-3A43-47AE-8161-C066BEC0DC94}" type="slidenum">
              <a:t>&lt;#&gt;</a:t>
            </a:fld>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p:spTree>
      <p:nvGrpSpPr>
        <p:cNvPr id="1" name=""/>
        <p:cNvGrpSpPr/>
        <p:nvPr/>
      </p:nvGrpSpPr>
      <p:grpSpPr>
        <a:xfrm>
          <a:off x="0" y="0"/>
          <a:ext cx="0" cy="0"/>
          <a:chOff x="0" y="0"/>
          <a:chExt cx="0" cy="0"/>
        </a:xfrm>
      </p:grpSpPr>
      <p:sp>
        <p:nvSpPr>
          <p:cNvPr id="5" name="PlaceHolder 1"/>
          <p:cNvSpPr>
            <a:spLocks noGrp="1"/>
          </p:cNvSpPr>
          <p:nvPr>
            <p:ph type="title"/>
          </p:nvPr>
        </p:nvSpPr>
        <p:spPr>
          <a:xfrm>
            <a:off x="311760" y="744480"/>
            <a:ext cx="8519400" cy="2051640"/>
          </a:xfrm>
          <a:prstGeom prst="rect">
            <a:avLst/>
          </a:prstGeom>
          <a:noFill/>
          <a:ln w="0">
            <a:noFill/>
          </a:ln>
        </p:spPr>
        <p:txBody>
          <a:bodyPr lIns="0" rIns="0" tIns="0" bIns="0" anchor="ctr">
            <a:noAutofit/>
          </a:bodyPr>
          <a:p>
            <a:pPr indent="0" algn="ctr">
              <a:buNone/>
            </a:pPr>
            <a:endParaRPr b="0" lang="en-IN" sz="4400" strike="noStrike" u="none">
              <a:solidFill>
                <a:srgbClr val="000000"/>
              </a:solidFill>
              <a:uFillTx/>
              <a:latin typeface="Arial"/>
            </a:endParaRPr>
          </a:p>
        </p:txBody>
      </p:sp>
      <p:sp>
        <p:nvSpPr>
          <p:cNvPr id="6"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pPr indent="0">
              <a:spcBef>
                <a:spcPts val="1417"/>
              </a:spcBef>
              <a:buNone/>
            </a:pPr>
            <a:endParaRPr b="0" lang="en-IN" sz="3200" strike="noStrike" u="none">
              <a:solidFill>
                <a:srgbClr val="000000"/>
              </a:solidFill>
              <a:uFillTx/>
              <a:latin typeface="Arial"/>
            </a:endParaRPr>
          </a:p>
        </p:txBody>
      </p:sp>
      <p:sp>
        <p:nvSpPr>
          <p:cNvPr id="4" name="PlaceHolder 3"/>
          <p:cNvSpPr>
            <a:spLocks noGrp="1"/>
          </p:cNvSpPr>
          <p:nvPr>
            <p:ph type="sldNum" idx="1"/>
          </p:nvPr>
        </p:nvSpPr>
        <p:spPr/>
        <p:txBody>
          <a:bodyPr/>
          <a:p>
            <a:fld id="{00C4EF61-F4FB-4C9E-AD4F-F68BAB48E032}" type="slidenum">
              <a:t>&lt;#&gt;</a:t>
            </a:fld>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p:spTree>
      <p:nvGrpSpPr>
        <p:cNvPr id="1" name=""/>
        <p:cNvGrpSpPr/>
        <p:nvPr/>
      </p:nvGrpSpPr>
      <p:grpSpPr>
        <a:xfrm>
          <a:off x="0" y="0"/>
          <a:ext cx="0" cy="0"/>
          <a:chOff x="0" y="0"/>
          <a:chExt cx="0" cy="0"/>
        </a:xfrm>
      </p:grpSpPr>
      <p:sp>
        <p:nvSpPr>
          <p:cNvPr id="7" name="PlaceHolder 1"/>
          <p:cNvSpPr>
            <a:spLocks noGrp="1"/>
          </p:cNvSpPr>
          <p:nvPr>
            <p:ph type="title"/>
          </p:nvPr>
        </p:nvSpPr>
        <p:spPr>
          <a:xfrm>
            <a:off x="311760" y="744480"/>
            <a:ext cx="8519400" cy="2051640"/>
          </a:xfrm>
          <a:prstGeom prst="rect">
            <a:avLst/>
          </a:prstGeom>
          <a:noFill/>
          <a:ln w="0">
            <a:noFill/>
          </a:ln>
        </p:spPr>
        <p:txBody>
          <a:bodyPr lIns="0" rIns="0" tIns="0" bIns="0" anchor="ctr">
            <a:noAutofit/>
          </a:bodyPr>
          <a:p>
            <a:pPr indent="0" algn="ctr">
              <a:buNone/>
            </a:pPr>
            <a:endParaRPr b="0" lang="en-IN" sz="4400" strike="noStrike" u="none">
              <a:solidFill>
                <a:srgbClr val="000000"/>
              </a:solidFill>
              <a:uFillTx/>
              <a:latin typeface="Arial"/>
            </a:endParaRPr>
          </a:p>
        </p:txBody>
      </p:sp>
      <p:sp>
        <p:nvSpPr>
          <p:cNvPr id="3" name="PlaceHolder 2"/>
          <p:cNvSpPr>
            <a:spLocks noGrp="1"/>
          </p:cNvSpPr>
          <p:nvPr>
            <p:ph type="sldNum" idx="1"/>
          </p:nvPr>
        </p:nvSpPr>
        <p:spPr/>
        <p:txBody>
          <a:bodyPr/>
          <a:p>
            <a:fld id="{61254DDA-862F-4F56-8ECA-95884386C19E}" type="slidenum">
              <a:t>&lt;#&gt;</a:t>
            </a:fld>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p:spTree>
      <p:nvGrpSpPr>
        <p:cNvPr id="1" name=""/>
        <p:cNvGrpSpPr/>
        <p:nvPr/>
      </p:nvGrpSpPr>
      <p:grpSpPr>
        <a:xfrm>
          <a:off x="0" y="0"/>
          <a:ext cx="0" cy="0"/>
          <a:chOff x="0" y="0"/>
          <a:chExt cx="0" cy="0"/>
        </a:xfrm>
      </p:grpSpPr>
      <p:sp>
        <p:nvSpPr>
          <p:cNvPr id="8" name="PlaceHolder 1"/>
          <p:cNvSpPr>
            <a:spLocks noGrp="1"/>
          </p:cNvSpPr>
          <p:nvPr>
            <p:ph type="title"/>
          </p:nvPr>
        </p:nvSpPr>
        <p:spPr>
          <a:xfrm>
            <a:off x="311760" y="744480"/>
            <a:ext cx="8519400" cy="2051640"/>
          </a:xfrm>
          <a:prstGeom prst="rect">
            <a:avLst/>
          </a:prstGeom>
          <a:noFill/>
          <a:ln w="0">
            <a:noFill/>
          </a:ln>
        </p:spPr>
        <p:txBody>
          <a:bodyPr lIns="0" rIns="0" tIns="0" bIns="0" anchor="ctr">
            <a:noAutofit/>
          </a:bodyPr>
          <a:p>
            <a:pPr indent="0" algn="ctr">
              <a:buNone/>
            </a:pPr>
            <a:endParaRPr b="0" lang="en-IN" sz="4400" strike="noStrike" u="none">
              <a:solidFill>
                <a:srgbClr val="000000"/>
              </a:solidFill>
              <a:uFillTx/>
              <a:latin typeface="Arial"/>
            </a:endParaRPr>
          </a:p>
        </p:txBody>
      </p:sp>
      <p:sp>
        <p:nvSpPr>
          <p:cNvPr id="9"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pPr indent="0">
              <a:spcBef>
                <a:spcPts val="1417"/>
              </a:spcBef>
              <a:buNone/>
            </a:pPr>
            <a:endParaRPr b="0" lang="en-IN" sz="3200" strike="noStrike" u="none">
              <a:solidFill>
                <a:srgbClr val="000000"/>
              </a:solidFill>
              <a:uFillTx/>
              <a:latin typeface="Arial"/>
            </a:endParaRPr>
          </a:p>
        </p:txBody>
      </p:sp>
      <p:sp>
        <p:nvSpPr>
          <p:cNvPr id="10"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pPr indent="0">
              <a:spcBef>
                <a:spcPts val="1417"/>
              </a:spcBef>
              <a:buNone/>
            </a:pPr>
            <a:endParaRPr b="0" lang="en-IN" sz="3200" strike="noStrike" u="none">
              <a:solidFill>
                <a:srgbClr val="000000"/>
              </a:solidFill>
              <a:uFillTx/>
              <a:latin typeface="Arial"/>
            </a:endParaRPr>
          </a:p>
        </p:txBody>
      </p:sp>
      <p:sp>
        <p:nvSpPr>
          <p:cNvPr id="5" name="PlaceHolder 4"/>
          <p:cNvSpPr>
            <a:spLocks noGrp="1"/>
          </p:cNvSpPr>
          <p:nvPr>
            <p:ph type="sldNum" idx="1"/>
          </p:nvPr>
        </p:nvSpPr>
        <p:spPr/>
        <p:txBody>
          <a:bodyPr/>
          <a:p>
            <a:fld id="{075AA4CB-6DF9-43F7-B335-42E7381DA736}" type="slidenum">
              <a:t>&lt;#&gt;</a:t>
            </a:fld>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sldNum" idx="2"/>
          </p:nvPr>
        </p:nvSpPr>
        <p:spPr/>
        <p:txBody>
          <a:bodyPr/>
          <a:p>
            <a:fld id="{1DB9AE6F-E7AF-41A0-B1C6-93F3D387BB09}" type="slidenum">
              <a:t>&lt;#&gt;</a:t>
            </a:fld>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spTree>
      <p:nvGrpSpPr>
        <p:cNvPr id="1" name=""/>
        <p:cNvGrpSpPr/>
        <p:nvPr/>
      </p:nvGrpSpPr>
      <p:grpSpPr>
        <a:xfrm>
          <a:off x="0" y="0"/>
          <a:ext cx="0" cy="0"/>
          <a:chOff x="0" y="0"/>
          <a:chExt cx="0" cy="0"/>
        </a:xfrm>
      </p:grpSpPr>
      <p:sp>
        <p:nvSpPr>
          <p:cNvPr id="15" name="PlaceHolder 1"/>
          <p:cNvSpPr>
            <a:spLocks noGrp="1"/>
          </p:cNvSpPr>
          <p:nvPr>
            <p:ph type="title"/>
          </p:nvPr>
        </p:nvSpPr>
        <p:spPr>
          <a:xfrm>
            <a:off x="311760" y="744480"/>
            <a:ext cx="8519400" cy="2051640"/>
          </a:xfrm>
          <a:prstGeom prst="rect">
            <a:avLst/>
          </a:prstGeom>
          <a:noFill/>
          <a:ln w="0">
            <a:noFill/>
          </a:ln>
        </p:spPr>
        <p:txBody>
          <a:bodyPr lIns="0" rIns="0" tIns="0" bIns="0" anchor="ctr">
            <a:noAutofit/>
          </a:bodyPr>
          <a:p>
            <a:pPr indent="0" algn="ctr">
              <a:buNone/>
            </a:pPr>
            <a:endParaRPr b="0" lang="en-IN" sz="4400" strike="noStrike" u="none">
              <a:solidFill>
                <a:srgbClr val="000000"/>
              </a:solidFill>
              <a:uFillTx/>
              <a:latin typeface="Arial"/>
            </a:endParaRPr>
          </a:p>
        </p:txBody>
      </p:sp>
      <p:sp>
        <p:nvSpPr>
          <p:cNvPr id="16"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pPr indent="0">
              <a:spcBef>
                <a:spcPts val="1417"/>
              </a:spcBef>
              <a:buNone/>
            </a:pPr>
            <a:endParaRPr b="0" lang="en-IN" sz="3200" strike="noStrike" u="none">
              <a:solidFill>
                <a:srgbClr val="000000"/>
              </a:solidFill>
              <a:uFillTx/>
              <a:latin typeface="Arial"/>
            </a:endParaRPr>
          </a:p>
        </p:txBody>
      </p:sp>
      <p:sp>
        <p:nvSpPr>
          <p:cNvPr id="4" name="PlaceHolder 3"/>
          <p:cNvSpPr>
            <a:spLocks noGrp="1"/>
          </p:cNvSpPr>
          <p:nvPr>
            <p:ph type="sldNum" idx="3"/>
          </p:nvPr>
        </p:nvSpPr>
        <p:spPr/>
        <p:txBody>
          <a:bodyPr/>
          <a:p>
            <a:fld id="{203DB990-09B5-445C-AB74-71F04E824BB0}" type="slidenum">
              <a:t>&lt;#&gt;</a:t>
            </a:fld>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_OBJECTS">
    <p:spTree>
      <p:nvGrpSpPr>
        <p:cNvPr id="1" name=""/>
        <p:cNvGrpSpPr/>
        <p:nvPr/>
      </p:nvGrpSpPr>
      <p:grpSpPr>
        <a:xfrm>
          <a:off x="0" y="0"/>
          <a:ext cx="0" cy="0"/>
          <a:chOff x="0" y="0"/>
          <a:chExt cx="0" cy="0"/>
        </a:xfrm>
      </p:grpSpPr>
      <p:sp>
        <p:nvSpPr>
          <p:cNvPr id="21" name="PlaceHolder 1"/>
          <p:cNvSpPr>
            <a:spLocks noGrp="1"/>
          </p:cNvSpPr>
          <p:nvPr>
            <p:ph type="title"/>
          </p:nvPr>
        </p:nvSpPr>
        <p:spPr>
          <a:xfrm>
            <a:off x="311760" y="744480"/>
            <a:ext cx="8519400" cy="2051640"/>
          </a:xfrm>
          <a:prstGeom prst="rect">
            <a:avLst/>
          </a:prstGeom>
          <a:noFill/>
          <a:ln w="0">
            <a:noFill/>
          </a:ln>
        </p:spPr>
        <p:txBody>
          <a:bodyPr lIns="0" rIns="0" tIns="0" bIns="0" anchor="ctr">
            <a:noAutofit/>
          </a:bodyPr>
          <a:p>
            <a:pPr indent="0" algn="ctr">
              <a:buNone/>
            </a:pPr>
            <a:endParaRPr b="0" lang="en-IN" sz="4400" strike="noStrike" u="none">
              <a:solidFill>
                <a:srgbClr val="000000"/>
              </a:solidFill>
              <a:uFillTx/>
              <a:latin typeface="Arial"/>
            </a:endParaRPr>
          </a:p>
        </p:txBody>
      </p:sp>
      <p:sp>
        <p:nvSpPr>
          <p:cNvPr id="22"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pPr indent="0">
              <a:spcBef>
                <a:spcPts val="1417"/>
              </a:spcBef>
              <a:buNone/>
            </a:pPr>
            <a:endParaRPr b="0" lang="en-IN" sz="3200" strike="noStrike" u="none">
              <a:solidFill>
                <a:srgbClr val="000000"/>
              </a:solidFill>
              <a:uFillTx/>
              <a:latin typeface="Arial"/>
            </a:endParaRPr>
          </a:p>
        </p:txBody>
      </p:sp>
      <p:sp>
        <p:nvSpPr>
          <p:cNvPr id="23"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pPr indent="0">
              <a:spcBef>
                <a:spcPts val="1417"/>
              </a:spcBef>
              <a:buNone/>
            </a:pPr>
            <a:endParaRPr b="0" lang="en-IN" sz="3200" strike="noStrike" u="none">
              <a:solidFill>
                <a:srgbClr val="000000"/>
              </a:solidFill>
              <a:uFillTx/>
              <a:latin typeface="Arial"/>
            </a:endParaRPr>
          </a:p>
        </p:txBody>
      </p:sp>
      <p:sp>
        <p:nvSpPr>
          <p:cNvPr id="5" name="PlaceHolder 4"/>
          <p:cNvSpPr>
            <a:spLocks noGrp="1"/>
          </p:cNvSpPr>
          <p:nvPr>
            <p:ph type="sldNum" idx="4"/>
          </p:nvPr>
        </p:nvSpPr>
        <p:spPr/>
        <p:txBody>
          <a:bodyPr/>
          <a:p>
            <a:fld id="{EA5718A7-DF2A-459E-9B17-812AA848B182}" type="slidenum">
              <a:t>&lt;#&gt;</a:t>
            </a:fld>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spTree>
      <p:nvGrpSpPr>
        <p:cNvPr id="1" name=""/>
        <p:cNvGrpSpPr/>
        <p:nvPr/>
      </p:nvGrpSpPr>
      <p:grpSpPr>
        <a:xfrm>
          <a:off x="0" y="0"/>
          <a:ext cx="0" cy="0"/>
          <a:chOff x="0" y="0"/>
          <a:chExt cx="0" cy="0"/>
        </a:xfrm>
      </p:grpSpPr>
      <p:sp>
        <p:nvSpPr>
          <p:cNvPr id="26" name="PlaceHolder 1"/>
          <p:cNvSpPr>
            <a:spLocks noGrp="1"/>
          </p:cNvSpPr>
          <p:nvPr>
            <p:ph type="title"/>
          </p:nvPr>
        </p:nvSpPr>
        <p:spPr>
          <a:xfrm>
            <a:off x="311760" y="744480"/>
            <a:ext cx="8519400" cy="2051640"/>
          </a:xfrm>
          <a:prstGeom prst="rect">
            <a:avLst/>
          </a:prstGeom>
          <a:noFill/>
          <a:ln w="0">
            <a:noFill/>
          </a:ln>
        </p:spPr>
        <p:txBody>
          <a:bodyPr lIns="0" rIns="0" tIns="0" bIns="0" anchor="ctr">
            <a:noAutofit/>
          </a:bodyPr>
          <a:p>
            <a:pPr indent="0" algn="ctr">
              <a:buNone/>
            </a:pPr>
            <a:endParaRPr b="0" lang="en-IN" sz="4400" strike="noStrike" u="none">
              <a:solidFill>
                <a:srgbClr val="000000"/>
              </a:solidFill>
              <a:uFillTx/>
              <a:latin typeface="Arial"/>
            </a:endParaRPr>
          </a:p>
        </p:txBody>
      </p:sp>
      <p:sp>
        <p:nvSpPr>
          <p:cNvPr id="3" name="PlaceHolder 2"/>
          <p:cNvSpPr>
            <a:spLocks noGrp="1"/>
          </p:cNvSpPr>
          <p:nvPr>
            <p:ph type="sldNum" idx="5"/>
          </p:nvPr>
        </p:nvSpPr>
        <p:spPr/>
        <p:txBody>
          <a:bodyPr/>
          <a:p>
            <a:fld id="{DEB584A4-F63F-462C-90DE-3B14AE0CCA2B}" type="slidenum">
              <a:t>&lt;#&gt;</a:t>
            </a:fld>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6.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7.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8.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9.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311760" y="744480"/>
            <a:ext cx="8519400" cy="2051640"/>
          </a:xfrm>
          <a:prstGeom prst="rect">
            <a:avLst/>
          </a:prstGeom>
          <a:noFill/>
          <a:ln w="0">
            <a:noFill/>
          </a:ln>
        </p:spPr>
        <p:txBody>
          <a:bodyPr lIns="0" rIns="0" tIns="0" bIns="0" anchor="ctr">
            <a:noAutofit/>
          </a:bodyPr>
          <a:p>
            <a:pPr indent="0">
              <a:buNone/>
            </a:pPr>
            <a:r>
              <a:rPr b="0" lang="en-IN" sz="1800" strike="noStrike" u="none">
                <a:solidFill>
                  <a:srgbClr val="000000"/>
                </a:solidFill>
                <a:uFillTx/>
                <a:latin typeface="Arial"/>
              </a:rPr>
              <a:t>Click to edit the title text format</a:t>
            </a:r>
            <a:endParaRPr b="0" lang="en-IN" sz="1800" strike="noStrike" u="none">
              <a:solidFill>
                <a:srgbClr val="000000"/>
              </a:solidFill>
              <a:uFillTx/>
              <a:latin typeface="Arial"/>
            </a:endParaRPr>
          </a:p>
        </p:txBody>
      </p:sp>
      <p:sp>
        <p:nvSpPr>
          <p:cNvPr id="1" name="PlaceHolder 2"/>
          <p:cNvSpPr>
            <a:spLocks noGrp="1"/>
          </p:cNvSpPr>
          <p:nvPr>
            <p:ph type="sldNum" idx="1"/>
          </p:nvPr>
        </p:nvSpPr>
        <p:spPr>
          <a:xfrm>
            <a:off x="8472600" y="4663080"/>
            <a:ext cx="547560" cy="3924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1000" strike="noStrike" u="none">
                <a:solidFill>
                  <a:schemeClr val="dk2"/>
                </a:solidFill>
                <a:uFillTx/>
                <a:latin typeface="Arial"/>
                <a:ea typeface="Arial"/>
              </a:defRPr>
            </a:lvl1pPr>
          </a:lstStyle>
          <a:p>
            <a:pPr indent="0" algn="r">
              <a:lnSpc>
                <a:spcPct val="100000"/>
              </a:lnSpc>
              <a:buNone/>
              <a:tabLst>
                <a:tab algn="l" pos="0"/>
              </a:tabLst>
            </a:pPr>
            <a:fld id="{2871A51E-9C53-4338-927E-814608858587}" type="slidenum">
              <a:rPr b="0" lang="en" sz="1000" strike="noStrike" u="none">
                <a:solidFill>
                  <a:schemeClr val="dk2"/>
                </a:solidFill>
                <a:uFillTx/>
                <a:latin typeface="Arial"/>
                <a:ea typeface="Arial"/>
              </a:rPr>
              <a:t>&lt;number&gt;</a:t>
            </a:fld>
            <a:endParaRPr b="0" lang="en-IN" sz="1000" strike="noStrike" u="none">
              <a:solidFill>
                <a:srgbClr val="000000"/>
              </a:solidFill>
              <a:uFillTx/>
              <a:latin typeface="Times New Roman"/>
            </a:endParaRPr>
          </a:p>
        </p:txBody>
      </p:sp>
      <p:sp>
        <p:nvSpPr>
          <p:cNvPr id="2"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trike="noStrike" u="none">
                <a:solidFill>
                  <a:srgbClr val="000000"/>
                </a:solidFill>
                <a:uFillTx/>
                <a:latin typeface="Arial"/>
              </a:rPr>
              <a:t>Click to edit the outline text format</a:t>
            </a:r>
            <a:endParaRPr b="0" lang="en-IN" sz="3200" strike="noStrike" u="none">
              <a:solidFill>
                <a:srgbClr val="000000"/>
              </a:solidFill>
              <a:uFillTx/>
              <a:latin typeface="Arial"/>
            </a:endParaRPr>
          </a:p>
          <a:p>
            <a:pPr lvl="1" marL="864000" indent="-324000">
              <a:spcBef>
                <a:spcPts val="1134"/>
              </a:spcBef>
              <a:buClr>
                <a:srgbClr val="000000"/>
              </a:buClr>
              <a:buSzPct val="75000"/>
              <a:buFont typeface="Symbol" charset="2"/>
              <a:buChar char=""/>
            </a:pPr>
            <a:r>
              <a:rPr b="0" lang="en-IN" sz="2800" strike="noStrike" u="none">
                <a:solidFill>
                  <a:srgbClr val="000000"/>
                </a:solidFill>
                <a:uFillTx/>
                <a:latin typeface="Arial"/>
              </a:rPr>
              <a:t>Second Outline Level</a:t>
            </a:r>
            <a:endParaRPr b="0" lang="en-IN" sz="2800" strike="noStrike" u="none">
              <a:solidFill>
                <a:srgbClr val="000000"/>
              </a:solidFill>
              <a:uFillTx/>
              <a:latin typeface="Arial"/>
            </a:endParaRPr>
          </a:p>
          <a:p>
            <a:pPr lvl="2" marL="1296000" indent="-288000">
              <a:spcBef>
                <a:spcPts val="850"/>
              </a:spcBef>
              <a:buClr>
                <a:srgbClr val="000000"/>
              </a:buClr>
              <a:buSzPct val="45000"/>
              <a:buFont typeface="Wingdings" charset="2"/>
              <a:buChar char=""/>
            </a:pPr>
            <a:r>
              <a:rPr b="0" lang="en-IN" sz="2400" strike="noStrike" u="none">
                <a:solidFill>
                  <a:srgbClr val="000000"/>
                </a:solidFill>
                <a:uFillTx/>
                <a:latin typeface="Arial"/>
              </a:rPr>
              <a:t>Third Outline Level</a:t>
            </a:r>
            <a:endParaRPr b="0" lang="en-IN" sz="2400" strike="noStrike" u="none">
              <a:solidFill>
                <a:srgbClr val="000000"/>
              </a:solidFill>
              <a:uFillTx/>
              <a:latin typeface="Arial"/>
            </a:endParaRPr>
          </a:p>
          <a:p>
            <a:pPr lvl="3" marL="1728000" indent="-216000">
              <a:spcBef>
                <a:spcPts val="567"/>
              </a:spcBef>
              <a:buClr>
                <a:srgbClr val="000000"/>
              </a:buClr>
              <a:buSzPct val="75000"/>
              <a:buFont typeface="Symbol" charset="2"/>
              <a:buChar char=""/>
            </a:pPr>
            <a:r>
              <a:rPr b="0" lang="en-IN" sz="2000" strike="noStrike" u="none">
                <a:solidFill>
                  <a:srgbClr val="000000"/>
                </a:solidFill>
                <a:uFillTx/>
                <a:latin typeface="Arial"/>
              </a:rPr>
              <a:t>Fourth Outline Level</a:t>
            </a:r>
            <a:endParaRPr b="0" lang="en-IN" sz="2000" strike="noStrike" u="none">
              <a:solidFill>
                <a:srgbClr val="000000"/>
              </a:solidFill>
              <a:uFillTx/>
              <a:latin typeface="Arial"/>
            </a:endParaRPr>
          </a:p>
          <a:p>
            <a:pPr lvl="4" marL="2160000" indent="-216000">
              <a:spcBef>
                <a:spcPts val="283"/>
              </a:spcBef>
              <a:buClr>
                <a:srgbClr val="000000"/>
              </a:buClr>
              <a:buSzPct val="45000"/>
              <a:buFont typeface="Wingdings" charset="2"/>
              <a:buChar char=""/>
            </a:pPr>
            <a:r>
              <a:rPr b="0" lang="en-IN" sz="2000" strike="noStrike" u="none">
                <a:solidFill>
                  <a:srgbClr val="000000"/>
                </a:solidFill>
                <a:uFillTx/>
                <a:latin typeface="Arial"/>
              </a:rPr>
              <a:t>Fifth Outline Level</a:t>
            </a:r>
            <a:endParaRPr b="0" lang="en-IN" sz="2000" strike="noStrike" u="none">
              <a:solidFill>
                <a:srgbClr val="000000"/>
              </a:solidFill>
              <a:uFillTx/>
              <a:latin typeface="Arial"/>
            </a:endParaRPr>
          </a:p>
          <a:p>
            <a:pPr lvl="5" marL="2592000" indent="-216000">
              <a:spcBef>
                <a:spcPts val="283"/>
              </a:spcBef>
              <a:buClr>
                <a:srgbClr val="000000"/>
              </a:buClr>
              <a:buSzPct val="45000"/>
              <a:buFont typeface="Wingdings" charset="2"/>
              <a:buChar char=""/>
            </a:pPr>
            <a:r>
              <a:rPr b="0" lang="en-IN" sz="2000" strike="noStrike" u="none">
                <a:solidFill>
                  <a:srgbClr val="000000"/>
                </a:solidFill>
                <a:uFillTx/>
                <a:latin typeface="Arial"/>
              </a:rPr>
              <a:t>Sixth Outline Level</a:t>
            </a:r>
            <a:endParaRPr b="0" lang="en-IN" sz="2000" strike="noStrike" u="none">
              <a:solidFill>
                <a:srgbClr val="000000"/>
              </a:solidFill>
              <a:uFillTx/>
              <a:latin typeface="Arial"/>
            </a:endParaRPr>
          </a:p>
          <a:p>
            <a:pPr lvl="6" marL="3024000" indent="-216000">
              <a:spcBef>
                <a:spcPts val="283"/>
              </a:spcBef>
              <a:buClr>
                <a:srgbClr val="000000"/>
              </a:buClr>
              <a:buSzPct val="45000"/>
              <a:buFont typeface="Wingdings" charset="2"/>
              <a:buChar char=""/>
            </a:pPr>
            <a:r>
              <a:rPr b="0" lang="en-IN" sz="2000" strike="noStrike" u="none">
                <a:solidFill>
                  <a:srgbClr val="000000"/>
                </a:solidFill>
                <a:uFillTx/>
                <a:latin typeface="Arial"/>
              </a:rPr>
              <a:t>Seventh Outline Level</a:t>
            </a:r>
            <a:endParaRPr b="0" lang="en-IN" sz="2000" strike="noStrike" u="none">
              <a:solidFill>
                <a:srgbClr val="000000"/>
              </a:solidFill>
              <a:uFillTx/>
              <a:latin typeface="Arial"/>
            </a:endParaRPr>
          </a:p>
        </p:txBody>
      </p:sp>
    </p:spTree>
  </p:cSld>
  <p:clrMap bg1="lt1" tx1="dk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1" name="PlaceHolder 1"/>
          <p:cNvSpPr>
            <a:spLocks noGrp="1"/>
          </p:cNvSpPr>
          <p:nvPr>
            <p:ph type="sldNum" idx="2"/>
          </p:nvPr>
        </p:nvSpPr>
        <p:spPr>
          <a:xfrm>
            <a:off x="8472600" y="4663080"/>
            <a:ext cx="547560" cy="3924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1000" strike="noStrike" u="none">
                <a:solidFill>
                  <a:schemeClr val="dk2"/>
                </a:solidFill>
                <a:uFillTx/>
                <a:latin typeface="Arial"/>
                <a:ea typeface="Arial"/>
              </a:defRPr>
            </a:lvl1pPr>
          </a:lstStyle>
          <a:p>
            <a:pPr indent="0" algn="r">
              <a:lnSpc>
                <a:spcPct val="100000"/>
              </a:lnSpc>
              <a:buNone/>
              <a:tabLst>
                <a:tab algn="l" pos="0"/>
              </a:tabLst>
            </a:pPr>
            <a:fld id="{A79EB1F8-C49C-49F7-9FFA-3F2E99386283}" type="slidenum">
              <a:rPr b="0" lang="en" sz="1000" strike="noStrike" u="none">
                <a:solidFill>
                  <a:schemeClr val="dk2"/>
                </a:solidFill>
                <a:uFillTx/>
                <a:latin typeface="Arial"/>
                <a:ea typeface="Arial"/>
              </a:rPr>
              <a:t>1</a:t>
            </a:fld>
            <a:endParaRPr b="0" lang="en-IN" sz="1000" strike="noStrike" u="none">
              <a:solidFill>
                <a:srgbClr val="000000"/>
              </a:solidFill>
              <a:uFillTx/>
              <a:latin typeface="Times New Roman"/>
            </a:endParaRPr>
          </a:p>
        </p:txBody>
      </p:sp>
    </p:spTree>
  </p:cSld>
  <p:clrMap bg1="lt1" tx1="dk1" bg2="dk2" tx2="lt2" accent1="accent1" accent2="accent2" accent3="accent3" accent4="accent4" accent5="accent5" accent6="accent6" hlink="hlink" folHlink="folHlink"/>
  <p:sldLayoutIdLst>
    <p:sldLayoutId id="2147483655"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311760" y="744480"/>
            <a:ext cx="8519400" cy="2051640"/>
          </a:xfrm>
          <a:prstGeom prst="rect">
            <a:avLst/>
          </a:prstGeom>
          <a:noFill/>
          <a:ln w="0">
            <a:noFill/>
          </a:ln>
        </p:spPr>
        <p:txBody>
          <a:bodyPr lIns="0" rIns="0" tIns="0" bIns="0" anchor="ctr">
            <a:noAutofit/>
          </a:bodyPr>
          <a:p>
            <a:pPr indent="0">
              <a:buNone/>
            </a:pPr>
            <a:r>
              <a:rPr b="0" lang="en-IN" sz="1800" strike="noStrike" u="none">
                <a:solidFill>
                  <a:srgbClr val="000000"/>
                </a:solidFill>
                <a:uFillTx/>
                <a:latin typeface="Arial"/>
              </a:rPr>
              <a:t>Click to edit the title text format</a:t>
            </a:r>
            <a:endParaRPr b="0" lang="en-IN" sz="1800" strike="noStrike" u="none">
              <a:solidFill>
                <a:srgbClr val="000000"/>
              </a:solidFill>
              <a:uFillTx/>
              <a:latin typeface="Arial"/>
            </a:endParaRPr>
          </a:p>
        </p:txBody>
      </p:sp>
      <p:sp>
        <p:nvSpPr>
          <p:cNvPr id="13" name="PlaceHolder 2"/>
          <p:cNvSpPr>
            <a:spLocks noGrp="1"/>
          </p:cNvSpPr>
          <p:nvPr>
            <p:ph type="body"/>
          </p:nvPr>
        </p:nvSpPr>
        <p:spPr>
          <a:xfrm>
            <a:off x="457200" y="1203480"/>
            <a:ext cx="8228880" cy="2982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1800" strike="noStrike" u="none">
                <a:solidFill>
                  <a:srgbClr val="000000"/>
                </a:solidFill>
                <a:uFillTx/>
                <a:latin typeface="Arial"/>
              </a:rPr>
              <a:t>Click to edit the outline text format</a:t>
            </a:r>
            <a:endParaRPr b="0" lang="en-IN" sz="1800" strike="noStrike" u="none">
              <a:solidFill>
                <a:srgbClr val="000000"/>
              </a:solidFill>
              <a:uFillTx/>
              <a:latin typeface="Arial"/>
            </a:endParaRPr>
          </a:p>
          <a:p>
            <a:pPr lvl="1" marL="864000" indent="-324000">
              <a:spcBef>
                <a:spcPts val="1134"/>
              </a:spcBef>
              <a:buClr>
                <a:srgbClr val="000000"/>
              </a:buClr>
              <a:buSzPct val="75000"/>
              <a:buFont typeface="Symbol" charset="2"/>
              <a:buChar char=""/>
            </a:pPr>
            <a:r>
              <a:rPr b="0" lang="en-IN" sz="1800" strike="noStrike" u="none">
                <a:solidFill>
                  <a:srgbClr val="000000"/>
                </a:solidFill>
                <a:uFillTx/>
                <a:latin typeface="Arial"/>
              </a:rPr>
              <a:t>Second Outline Level</a:t>
            </a:r>
            <a:endParaRPr b="0" lang="en-IN" sz="1800" strike="noStrike" u="none">
              <a:solidFill>
                <a:srgbClr val="000000"/>
              </a:solidFill>
              <a:uFillTx/>
              <a:latin typeface="Arial"/>
            </a:endParaRPr>
          </a:p>
          <a:p>
            <a:pPr lvl="2" marL="1296000" indent="-288000">
              <a:spcBef>
                <a:spcPts val="850"/>
              </a:spcBef>
              <a:buClr>
                <a:srgbClr val="000000"/>
              </a:buClr>
              <a:buSzPct val="45000"/>
              <a:buFont typeface="Wingdings" charset="2"/>
              <a:buChar char=""/>
            </a:pPr>
            <a:r>
              <a:rPr b="0" lang="en-IN" sz="1800" strike="noStrike" u="none">
                <a:solidFill>
                  <a:srgbClr val="000000"/>
                </a:solidFill>
                <a:uFillTx/>
                <a:latin typeface="Arial"/>
              </a:rPr>
              <a:t>Third Outline Level</a:t>
            </a:r>
            <a:endParaRPr b="0" lang="en-IN" sz="1800" strike="noStrike" u="none">
              <a:solidFill>
                <a:srgbClr val="000000"/>
              </a:solidFill>
              <a:uFillTx/>
              <a:latin typeface="Arial"/>
            </a:endParaRPr>
          </a:p>
          <a:p>
            <a:pPr lvl="3" marL="1728000" indent="-216000">
              <a:spcBef>
                <a:spcPts val="567"/>
              </a:spcBef>
              <a:buClr>
                <a:srgbClr val="000000"/>
              </a:buClr>
              <a:buSzPct val="75000"/>
              <a:buFont typeface="Symbol" charset="2"/>
              <a:buChar char=""/>
            </a:pPr>
            <a:r>
              <a:rPr b="0" lang="en-IN" sz="1800" strike="noStrike" u="none">
                <a:solidFill>
                  <a:srgbClr val="000000"/>
                </a:solidFill>
                <a:uFillTx/>
                <a:latin typeface="Arial"/>
              </a:rPr>
              <a:t>Fourth Outline Level</a:t>
            </a:r>
            <a:endParaRPr b="0" lang="en-IN" sz="1800" strike="noStrike" u="none">
              <a:solidFill>
                <a:srgbClr val="000000"/>
              </a:solidFill>
              <a:uFillTx/>
              <a:latin typeface="Arial"/>
            </a:endParaRPr>
          </a:p>
          <a:p>
            <a:pPr lvl="4" marL="2160000" indent="-216000">
              <a:spcBef>
                <a:spcPts val="283"/>
              </a:spcBef>
              <a:buClr>
                <a:srgbClr val="000000"/>
              </a:buClr>
              <a:buSzPct val="45000"/>
              <a:buFont typeface="Wingdings" charset="2"/>
              <a:buChar char=""/>
            </a:pPr>
            <a:r>
              <a:rPr b="0" lang="en-IN" sz="1800" strike="noStrike" u="none">
                <a:solidFill>
                  <a:srgbClr val="000000"/>
                </a:solidFill>
                <a:uFillTx/>
                <a:latin typeface="Arial"/>
              </a:rPr>
              <a:t>Fifth Outline Level</a:t>
            </a:r>
            <a:endParaRPr b="0" lang="en-IN" sz="1800" strike="noStrike" u="none">
              <a:solidFill>
                <a:srgbClr val="000000"/>
              </a:solidFill>
              <a:uFillTx/>
              <a:latin typeface="Arial"/>
            </a:endParaRPr>
          </a:p>
          <a:p>
            <a:pPr lvl="5" marL="2592000" indent="-216000">
              <a:spcBef>
                <a:spcPts val="283"/>
              </a:spcBef>
              <a:buClr>
                <a:srgbClr val="000000"/>
              </a:buClr>
              <a:buSzPct val="45000"/>
              <a:buFont typeface="Wingdings" charset="2"/>
              <a:buChar char=""/>
            </a:pPr>
            <a:r>
              <a:rPr b="0" lang="en-IN" sz="1800" strike="noStrike" u="none">
                <a:solidFill>
                  <a:srgbClr val="000000"/>
                </a:solidFill>
                <a:uFillTx/>
                <a:latin typeface="Arial"/>
              </a:rPr>
              <a:t>Sixth Outline Level</a:t>
            </a:r>
            <a:endParaRPr b="0" lang="en-IN" sz="1800" strike="noStrike" u="none">
              <a:solidFill>
                <a:srgbClr val="000000"/>
              </a:solidFill>
              <a:uFillTx/>
              <a:latin typeface="Arial"/>
            </a:endParaRPr>
          </a:p>
          <a:p>
            <a:pPr lvl="6" marL="3024000" indent="-216000">
              <a:spcBef>
                <a:spcPts val="283"/>
              </a:spcBef>
              <a:buClr>
                <a:srgbClr val="000000"/>
              </a:buClr>
              <a:buSzPct val="45000"/>
              <a:buFont typeface="Wingdings" charset="2"/>
              <a:buChar char=""/>
            </a:pPr>
            <a:r>
              <a:rPr b="0" lang="en-IN" sz="1800" strike="noStrike" u="none">
                <a:solidFill>
                  <a:srgbClr val="000000"/>
                </a:solidFill>
                <a:uFillTx/>
                <a:latin typeface="Arial"/>
              </a:rPr>
              <a:t>Seventh Outline Level</a:t>
            </a:r>
            <a:endParaRPr b="0" lang="en-IN" sz="1800" strike="noStrike" u="none">
              <a:solidFill>
                <a:srgbClr val="000000"/>
              </a:solidFill>
              <a:uFillTx/>
              <a:latin typeface="Arial"/>
            </a:endParaRPr>
          </a:p>
        </p:txBody>
      </p:sp>
      <p:sp>
        <p:nvSpPr>
          <p:cNvPr id="14" name="PlaceHolder 3"/>
          <p:cNvSpPr>
            <a:spLocks noGrp="1"/>
          </p:cNvSpPr>
          <p:nvPr>
            <p:ph type="sldNum" idx="3"/>
          </p:nvPr>
        </p:nvSpPr>
        <p:spPr>
          <a:xfrm>
            <a:off x="8472600" y="4663080"/>
            <a:ext cx="547560" cy="3924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1000" strike="noStrike" u="none">
                <a:solidFill>
                  <a:schemeClr val="dk2"/>
                </a:solidFill>
                <a:uFillTx/>
                <a:latin typeface="Arial"/>
                <a:ea typeface="Arial"/>
              </a:defRPr>
            </a:lvl1pPr>
          </a:lstStyle>
          <a:p>
            <a:pPr indent="0" algn="r">
              <a:lnSpc>
                <a:spcPct val="100000"/>
              </a:lnSpc>
              <a:buNone/>
              <a:tabLst>
                <a:tab algn="l" pos="0"/>
              </a:tabLst>
            </a:pPr>
            <a:fld id="{5D2F39D3-E8AF-4ADD-A787-7C837BBB7266}" type="slidenum">
              <a:rPr b="0" lang="en" sz="1000" strike="noStrike" u="none">
                <a:solidFill>
                  <a:schemeClr val="dk2"/>
                </a:solidFill>
                <a:uFillTx/>
                <a:latin typeface="Arial"/>
                <a:ea typeface="Arial"/>
              </a:rPr>
              <a:t>&lt;number&gt;</a:t>
            </a:fld>
            <a:endParaRPr b="0" lang="en-IN" sz="1000" strike="noStrike" u="none">
              <a:solidFill>
                <a:srgbClr val="000000"/>
              </a:solidFill>
              <a:uFillTx/>
              <a:latin typeface="Times New Roman"/>
            </a:endParaRPr>
          </a:p>
        </p:txBody>
      </p:sp>
    </p:spTree>
  </p:cSld>
  <p:clrMap bg1="lt1" tx1="dk1" bg2="dk2" tx2="lt2" accent1="accent1" accent2="accent2" accent3="accent3" accent4="accent4" accent5="accent5" accent6="accent6" hlink="hlink" folHlink="folHlink"/>
  <p:sldLayoutIdLst>
    <p:sldLayoutId id="2147483657"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311760" y="744480"/>
            <a:ext cx="8519400" cy="2051640"/>
          </a:xfrm>
          <a:prstGeom prst="rect">
            <a:avLst/>
          </a:prstGeom>
          <a:noFill/>
          <a:ln w="0">
            <a:noFill/>
          </a:ln>
        </p:spPr>
        <p:txBody>
          <a:bodyPr lIns="0" rIns="0" tIns="0" bIns="0" anchor="ctr">
            <a:noAutofit/>
          </a:bodyPr>
          <a:p>
            <a:pPr indent="0">
              <a:buNone/>
            </a:pPr>
            <a:r>
              <a:rPr b="0" lang="en-IN" sz="1800" strike="noStrike" u="none">
                <a:solidFill>
                  <a:srgbClr val="000000"/>
                </a:solidFill>
                <a:uFillTx/>
                <a:latin typeface="Arial"/>
              </a:rPr>
              <a:t>Click to edit the title text format</a:t>
            </a:r>
            <a:endParaRPr b="0" lang="en-IN" sz="1800" strike="noStrike" u="none">
              <a:solidFill>
                <a:srgbClr val="000000"/>
              </a:solidFill>
              <a:uFillTx/>
              <a:latin typeface="Arial"/>
            </a:endParaRPr>
          </a:p>
        </p:txBody>
      </p:sp>
      <p:sp>
        <p:nvSpPr>
          <p:cNvPr id="18" name="PlaceHolder 2"/>
          <p:cNvSpPr>
            <a:spLocks noGrp="1"/>
          </p:cNvSpPr>
          <p:nvPr>
            <p:ph type="body"/>
          </p:nvPr>
        </p:nvSpPr>
        <p:spPr>
          <a:xfrm>
            <a:off x="457200" y="1203480"/>
            <a:ext cx="4015440" cy="2982600"/>
          </a:xfrm>
          <a:prstGeom prst="rect">
            <a:avLst/>
          </a:prstGeom>
          <a:noFill/>
          <a:ln w="0">
            <a:noFill/>
          </a:ln>
        </p:spPr>
        <p:txBody>
          <a:bodyPr lIns="0" rIns="0" tIns="0" bIns="0" anchor="t">
            <a:normAutofit lnSpcReduction="9999"/>
          </a:bodyPr>
          <a:p>
            <a:pPr marL="432000" indent="-324000">
              <a:spcBef>
                <a:spcPts val="1417"/>
              </a:spcBef>
              <a:buClr>
                <a:srgbClr val="000000"/>
              </a:buClr>
              <a:buSzPct val="45000"/>
              <a:buFont typeface="Wingdings" charset="2"/>
              <a:buChar char=""/>
            </a:pPr>
            <a:r>
              <a:rPr b="0" lang="en-IN" sz="1800" strike="noStrike" u="none">
                <a:solidFill>
                  <a:srgbClr val="000000"/>
                </a:solidFill>
                <a:uFillTx/>
                <a:latin typeface="Arial"/>
              </a:rPr>
              <a:t>Click to edit the outline text format</a:t>
            </a:r>
            <a:endParaRPr b="0" lang="en-IN" sz="1800" strike="noStrike" u="none">
              <a:solidFill>
                <a:srgbClr val="000000"/>
              </a:solidFill>
              <a:uFillTx/>
              <a:latin typeface="Arial"/>
            </a:endParaRPr>
          </a:p>
          <a:p>
            <a:pPr lvl="1" marL="864000" indent="-324000">
              <a:spcBef>
                <a:spcPts val="1134"/>
              </a:spcBef>
              <a:buClr>
                <a:srgbClr val="000000"/>
              </a:buClr>
              <a:buSzPct val="75000"/>
              <a:buFont typeface="Symbol" charset="2"/>
              <a:buChar char=""/>
            </a:pPr>
            <a:r>
              <a:rPr b="0" lang="en-IN" sz="1800" strike="noStrike" u="none">
                <a:solidFill>
                  <a:srgbClr val="000000"/>
                </a:solidFill>
                <a:uFillTx/>
                <a:latin typeface="Arial"/>
              </a:rPr>
              <a:t>Second Outline Level</a:t>
            </a:r>
            <a:endParaRPr b="0" lang="en-IN" sz="1800" strike="noStrike" u="none">
              <a:solidFill>
                <a:srgbClr val="000000"/>
              </a:solidFill>
              <a:uFillTx/>
              <a:latin typeface="Arial"/>
            </a:endParaRPr>
          </a:p>
          <a:p>
            <a:pPr lvl="2" marL="1296000" indent="-288000">
              <a:spcBef>
                <a:spcPts val="850"/>
              </a:spcBef>
              <a:buClr>
                <a:srgbClr val="000000"/>
              </a:buClr>
              <a:buSzPct val="45000"/>
              <a:buFont typeface="Wingdings" charset="2"/>
              <a:buChar char=""/>
            </a:pPr>
            <a:r>
              <a:rPr b="0" lang="en-IN" sz="1800" strike="noStrike" u="none">
                <a:solidFill>
                  <a:srgbClr val="000000"/>
                </a:solidFill>
                <a:uFillTx/>
                <a:latin typeface="Arial"/>
              </a:rPr>
              <a:t>Third Outline Level</a:t>
            </a:r>
            <a:endParaRPr b="0" lang="en-IN" sz="1800" strike="noStrike" u="none">
              <a:solidFill>
                <a:srgbClr val="000000"/>
              </a:solidFill>
              <a:uFillTx/>
              <a:latin typeface="Arial"/>
            </a:endParaRPr>
          </a:p>
          <a:p>
            <a:pPr lvl="3" marL="1728000" indent="-216000">
              <a:spcBef>
                <a:spcPts val="567"/>
              </a:spcBef>
              <a:buClr>
                <a:srgbClr val="000000"/>
              </a:buClr>
              <a:buSzPct val="75000"/>
              <a:buFont typeface="Symbol" charset="2"/>
              <a:buChar char=""/>
            </a:pPr>
            <a:r>
              <a:rPr b="0" lang="en-IN" sz="1800" strike="noStrike" u="none">
                <a:solidFill>
                  <a:srgbClr val="000000"/>
                </a:solidFill>
                <a:uFillTx/>
                <a:latin typeface="Arial"/>
              </a:rPr>
              <a:t>Fourth Outline Level</a:t>
            </a:r>
            <a:endParaRPr b="0" lang="en-IN" sz="1800" strike="noStrike" u="none">
              <a:solidFill>
                <a:srgbClr val="000000"/>
              </a:solidFill>
              <a:uFillTx/>
              <a:latin typeface="Arial"/>
            </a:endParaRPr>
          </a:p>
          <a:p>
            <a:pPr lvl="4" marL="2160000" indent="-216000">
              <a:spcBef>
                <a:spcPts val="283"/>
              </a:spcBef>
              <a:buClr>
                <a:srgbClr val="000000"/>
              </a:buClr>
              <a:buSzPct val="45000"/>
              <a:buFont typeface="Wingdings" charset="2"/>
              <a:buChar char=""/>
            </a:pPr>
            <a:r>
              <a:rPr b="0" lang="en-IN" sz="1800" strike="noStrike" u="none">
                <a:solidFill>
                  <a:srgbClr val="000000"/>
                </a:solidFill>
                <a:uFillTx/>
                <a:latin typeface="Arial"/>
              </a:rPr>
              <a:t>Fifth Outline Level</a:t>
            </a:r>
            <a:endParaRPr b="0" lang="en-IN" sz="1800" strike="noStrike" u="none">
              <a:solidFill>
                <a:srgbClr val="000000"/>
              </a:solidFill>
              <a:uFillTx/>
              <a:latin typeface="Arial"/>
            </a:endParaRPr>
          </a:p>
          <a:p>
            <a:pPr lvl="5" marL="2592000" indent="-216000">
              <a:spcBef>
                <a:spcPts val="283"/>
              </a:spcBef>
              <a:buClr>
                <a:srgbClr val="000000"/>
              </a:buClr>
              <a:buSzPct val="45000"/>
              <a:buFont typeface="Wingdings" charset="2"/>
              <a:buChar char=""/>
            </a:pPr>
            <a:r>
              <a:rPr b="0" lang="en-IN" sz="1800" strike="noStrike" u="none">
                <a:solidFill>
                  <a:srgbClr val="000000"/>
                </a:solidFill>
                <a:uFillTx/>
                <a:latin typeface="Arial"/>
              </a:rPr>
              <a:t>Sixth Outline Level</a:t>
            </a:r>
            <a:endParaRPr b="0" lang="en-IN" sz="1800" strike="noStrike" u="none">
              <a:solidFill>
                <a:srgbClr val="000000"/>
              </a:solidFill>
              <a:uFillTx/>
              <a:latin typeface="Arial"/>
            </a:endParaRPr>
          </a:p>
          <a:p>
            <a:pPr lvl="6" marL="3024000" indent="-216000">
              <a:spcBef>
                <a:spcPts val="283"/>
              </a:spcBef>
              <a:buClr>
                <a:srgbClr val="000000"/>
              </a:buClr>
              <a:buSzPct val="45000"/>
              <a:buFont typeface="Wingdings" charset="2"/>
              <a:buChar char=""/>
            </a:pPr>
            <a:r>
              <a:rPr b="0" lang="en-IN" sz="1800" strike="noStrike" u="none">
                <a:solidFill>
                  <a:srgbClr val="000000"/>
                </a:solidFill>
                <a:uFillTx/>
                <a:latin typeface="Arial"/>
              </a:rPr>
              <a:t>Seventh Outline Level</a:t>
            </a:r>
            <a:endParaRPr b="0" lang="en-IN" sz="1800" strike="noStrike" u="none">
              <a:solidFill>
                <a:srgbClr val="000000"/>
              </a:solidFill>
              <a:uFillTx/>
              <a:latin typeface="Arial"/>
            </a:endParaRPr>
          </a:p>
        </p:txBody>
      </p:sp>
      <p:sp>
        <p:nvSpPr>
          <p:cNvPr id="19" name="PlaceHolder 3"/>
          <p:cNvSpPr>
            <a:spLocks noGrp="1"/>
          </p:cNvSpPr>
          <p:nvPr>
            <p:ph type="body"/>
          </p:nvPr>
        </p:nvSpPr>
        <p:spPr>
          <a:xfrm>
            <a:off x="4674240" y="1203480"/>
            <a:ext cx="4015440" cy="2982600"/>
          </a:xfrm>
          <a:prstGeom prst="rect">
            <a:avLst/>
          </a:prstGeom>
          <a:noFill/>
          <a:ln w="0">
            <a:noFill/>
          </a:ln>
        </p:spPr>
        <p:txBody>
          <a:bodyPr lIns="0" rIns="0" tIns="0" bIns="0" anchor="t">
            <a:normAutofit lnSpcReduction="9999"/>
          </a:bodyPr>
          <a:p>
            <a:pPr marL="432000" indent="-324000">
              <a:spcBef>
                <a:spcPts val="1417"/>
              </a:spcBef>
              <a:buClr>
                <a:srgbClr val="000000"/>
              </a:buClr>
              <a:buSzPct val="45000"/>
              <a:buFont typeface="Wingdings" charset="2"/>
              <a:buChar char=""/>
            </a:pPr>
            <a:r>
              <a:rPr b="0" lang="en-IN" sz="1800" strike="noStrike" u="none">
                <a:solidFill>
                  <a:srgbClr val="000000"/>
                </a:solidFill>
                <a:uFillTx/>
                <a:latin typeface="Arial"/>
              </a:rPr>
              <a:t>Click to edit the outline text format</a:t>
            </a:r>
            <a:endParaRPr b="0" lang="en-IN" sz="1800" strike="noStrike" u="none">
              <a:solidFill>
                <a:srgbClr val="000000"/>
              </a:solidFill>
              <a:uFillTx/>
              <a:latin typeface="Arial"/>
            </a:endParaRPr>
          </a:p>
          <a:p>
            <a:pPr lvl="1" marL="864000" indent="-324000">
              <a:spcBef>
                <a:spcPts val="1134"/>
              </a:spcBef>
              <a:buClr>
                <a:srgbClr val="000000"/>
              </a:buClr>
              <a:buSzPct val="75000"/>
              <a:buFont typeface="Symbol" charset="2"/>
              <a:buChar char=""/>
            </a:pPr>
            <a:r>
              <a:rPr b="0" lang="en-IN" sz="1800" strike="noStrike" u="none">
                <a:solidFill>
                  <a:srgbClr val="000000"/>
                </a:solidFill>
                <a:uFillTx/>
                <a:latin typeface="Arial"/>
              </a:rPr>
              <a:t>Second Outline Level</a:t>
            </a:r>
            <a:endParaRPr b="0" lang="en-IN" sz="1800" strike="noStrike" u="none">
              <a:solidFill>
                <a:srgbClr val="000000"/>
              </a:solidFill>
              <a:uFillTx/>
              <a:latin typeface="Arial"/>
            </a:endParaRPr>
          </a:p>
          <a:p>
            <a:pPr lvl="2" marL="1296000" indent="-288000">
              <a:spcBef>
                <a:spcPts val="850"/>
              </a:spcBef>
              <a:buClr>
                <a:srgbClr val="000000"/>
              </a:buClr>
              <a:buSzPct val="45000"/>
              <a:buFont typeface="Wingdings" charset="2"/>
              <a:buChar char=""/>
            </a:pPr>
            <a:r>
              <a:rPr b="0" lang="en-IN" sz="1800" strike="noStrike" u="none">
                <a:solidFill>
                  <a:srgbClr val="000000"/>
                </a:solidFill>
                <a:uFillTx/>
                <a:latin typeface="Arial"/>
              </a:rPr>
              <a:t>Third Outline Level</a:t>
            </a:r>
            <a:endParaRPr b="0" lang="en-IN" sz="1800" strike="noStrike" u="none">
              <a:solidFill>
                <a:srgbClr val="000000"/>
              </a:solidFill>
              <a:uFillTx/>
              <a:latin typeface="Arial"/>
            </a:endParaRPr>
          </a:p>
          <a:p>
            <a:pPr lvl="3" marL="1728000" indent="-216000">
              <a:spcBef>
                <a:spcPts val="567"/>
              </a:spcBef>
              <a:buClr>
                <a:srgbClr val="000000"/>
              </a:buClr>
              <a:buSzPct val="75000"/>
              <a:buFont typeface="Symbol" charset="2"/>
              <a:buChar char=""/>
            </a:pPr>
            <a:r>
              <a:rPr b="0" lang="en-IN" sz="1800" strike="noStrike" u="none">
                <a:solidFill>
                  <a:srgbClr val="000000"/>
                </a:solidFill>
                <a:uFillTx/>
                <a:latin typeface="Arial"/>
              </a:rPr>
              <a:t>Fourth Outline Level</a:t>
            </a:r>
            <a:endParaRPr b="0" lang="en-IN" sz="1800" strike="noStrike" u="none">
              <a:solidFill>
                <a:srgbClr val="000000"/>
              </a:solidFill>
              <a:uFillTx/>
              <a:latin typeface="Arial"/>
            </a:endParaRPr>
          </a:p>
          <a:p>
            <a:pPr lvl="4" marL="2160000" indent="-216000">
              <a:spcBef>
                <a:spcPts val="283"/>
              </a:spcBef>
              <a:buClr>
                <a:srgbClr val="000000"/>
              </a:buClr>
              <a:buSzPct val="45000"/>
              <a:buFont typeface="Wingdings" charset="2"/>
              <a:buChar char=""/>
            </a:pPr>
            <a:r>
              <a:rPr b="0" lang="en-IN" sz="1800" strike="noStrike" u="none">
                <a:solidFill>
                  <a:srgbClr val="000000"/>
                </a:solidFill>
                <a:uFillTx/>
                <a:latin typeface="Arial"/>
              </a:rPr>
              <a:t>Fifth Outline Level</a:t>
            </a:r>
            <a:endParaRPr b="0" lang="en-IN" sz="1800" strike="noStrike" u="none">
              <a:solidFill>
                <a:srgbClr val="000000"/>
              </a:solidFill>
              <a:uFillTx/>
              <a:latin typeface="Arial"/>
            </a:endParaRPr>
          </a:p>
          <a:p>
            <a:pPr lvl="5" marL="2592000" indent="-216000">
              <a:spcBef>
                <a:spcPts val="283"/>
              </a:spcBef>
              <a:buClr>
                <a:srgbClr val="000000"/>
              </a:buClr>
              <a:buSzPct val="45000"/>
              <a:buFont typeface="Wingdings" charset="2"/>
              <a:buChar char=""/>
            </a:pPr>
            <a:r>
              <a:rPr b="0" lang="en-IN" sz="1800" strike="noStrike" u="none">
                <a:solidFill>
                  <a:srgbClr val="000000"/>
                </a:solidFill>
                <a:uFillTx/>
                <a:latin typeface="Arial"/>
              </a:rPr>
              <a:t>Sixth Outline Level</a:t>
            </a:r>
            <a:endParaRPr b="0" lang="en-IN" sz="1800" strike="noStrike" u="none">
              <a:solidFill>
                <a:srgbClr val="000000"/>
              </a:solidFill>
              <a:uFillTx/>
              <a:latin typeface="Arial"/>
            </a:endParaRPr>
          </a:p>
          <a:p>
            <a:pPr lvl="6" marL="3024000" indent="-216000">
              <a:spcBef>
                <a:spcPts val="283"/>
              </a:spcBef>
              <a:buClr>
                <a:srgbClr val="000000"/>
              </a:buClr>
              <a:buSzPct val="45000"/>
              <a:buFont typeface="Wingdings" charset="2"/>
              <a:buChar char=""/>
            </a:pPr>
            <a:r>
              <a:rPr b="0" lang="en-IN" sz="1800" strike="noStrike" u="none">
                <a:solidFill>
                  <a:srgbClr val="000000"/>
                </a:solidFill>
                <a:uFillTx/>
                <a:latin typeface="Arial"/>
              </a:rPr>
              <a:t>Seventh Outline Level</a:t>
            </a:r>
            <a:endParaRPr b="0" lang="en-IN" sz="1800" strike="noStrike" u="none">
              <a:solidFill>
                <a:srgbClr val="000000"/>
              </a:solidFill>
              <a:uFillTx/>
              <a:latin typeface="Arial"/>
            </a:endParaRPr>
          </a:p>
        </p:txBody>
      </p:sp>
      <p:sp>
        <p:nvSpPr>
          <p:cNvPr id="20" name="PlaceHolder 4"/>
          <p:cNvSpPr>
            <a:spLocks noGrp="1"/>
          </p:cNvSpPr>
          <p:nvPr>
            <p:ph type="sldNum" idx="4"/>
          </p:nvPr>
        </p:nvSpPr>
        <p:spPr>
          <a:xfrm>
            <a:off x="8472600" y="4663080"/>
            <a:ext cx="547560" cy="3924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1000" strike="noStrike" u="none">
                <a:solidFill>
                  <a:schemeClr val="dk2"/>
                </a:solidFill>
                <a:uFillTx/>
                <a:latin typeface="Arial"/>
                <a:ea typeface="Arial"/>
              </a:defRPr>
            </a:lvl1pPr>
          </a:lstStyle>
          <a:p>
            <a:pPr indent="0" algn="r">
              <a:lnSpc>
                <a:spcPct val="100000"/>
              </a:lnSpc>
              <a:buNone/>
              <a:tabLst>
                <a:tab algn="l" pos="0"/>
              </a:tabLst>
            </a:pPr>
            <a:fld id="{65567997-38B8-456E-9B54-48F51DE98A2A}" type="slidenum">
              <a:rPr b="0" lang="en" sz="1000" strike="noStrike" u="none">
                <a:solidFill>
                  <a:schemeClr val="dk2"/>
                </a:solidFill>
                <a:uFillTx/>
                <a:latin typeface="Arial"/>
                <a:ea typeface="Arial"/>
              </a:rPr>
              <a:t>&lt;number&gt;</a:t>
            </a:fld>
            <a:endParaRPr b="0" lang="en-IN" sz="1000" strike="noStrike" u="none">
              <a:solidFill>
                <a:srgbClr val="000000"/>
              </a:solidFill>
              <a:uFillTx/>
              <a:latin typeface="Times New Roman"/>
            </a:endParaRPr>
          </a:p>
        </p:txBody>
      </p:sp>
    </p:spTree>
  </p:cSld>
  <p:clrMap bg1="lt1" tx1="dk1" bg2="dk2" tx2="lt2" accent1="accent1" accent2="accent2" accent3="accent3" accent4="accent4" accent5="accent5" accent6="accent6" hlink="hlink" folHlink="folHlink"/>
  <p:sldLayoutIdLst>
    <p:sldLayoutId id="2147483659"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4" name="PlaceHolder 1"/>
          <p:cNvSpPr>
            <a:spLocks noGrp="1"/>
          </p:cNvSpPr>
          <p:nvPr>
            <p:ph type="title"/>
          </p:nvPr>
        </p:nvSpPr>
        <p:spPr>
          <a:xfrm>
            <a:off x="311760" y="744480"/>
            <a:ext cx="8519400" cy="2051640"/>
          </a:xfrm>
          <a:prstGeom prst="rect">
            <a:avLst/>
          </a:prstGeom>
          <a:noFill/>
          <a:ln w="0">
            <a:noFill/>
          </a:ln>
        </p:spPr>
        <p:txBody>
          <a:bodyPr lIns="0" rIns="0" tIns="0" bIns="0" anchor="ctr">
            <a:noAutofit/>
          </a:bodyPr>
          <a:p>
            <a:pPr indent="0">
              <a:buNone/>
            </a:pPr>
            <a:r>
              <a:rPr b="0" lang="en-IN" sz="1800" strike="noStrike" u="none">
                <a:solidFill>
                  <a:srgbClr val="000000"/>
                </a:solidFill>
                <a:uFillTx/>
                <a:latin typeface="Arial"/>
              </a:rPr>
              <a:t>Click to edit the title text format</a:t>
            </a:r>
            <a:endParaRPr b="0" lang="en-IN" sz="1800" strike="noStrike" u="none">
              <a:solidFill>
                <a:srgbClr val="000000"/>
              </a:solidFill>
              <a:uFillTx/>
              <a:latin typeface="Arial"/>
            </a:endParaRPr>
          </a:p>
        </p:txBody>
      </p:sp>
      <p:sp>
        <p:nvSpPr>
          <p:cNvPr id="25" name="PlaceHolder 2"/>
          <p:cNvSpPr>
            <a:spLocks noGrp="1"/>
          </p:cNvSpPr>
          <p:nvPr>
            <p:ph type="sldNum" idx="5"/>
          </p:nvPr>
        </p:nvSpPr>
        <p:spPr>
          <a:xfrm>
            <a:off x="8472600" y="4663080"/>
            <a:ext cx="547560" cy="3924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1000" strike="noStrike" u="none">
                <a:solidFill>
                  <a:schemeClr val="dk2"/>
                </a:solidFill>
                <a:uFillTx/>
                <a:latin typeface="Arial"/>
                <a:ea typeface="Arial"/>
              </a:defRPr>
            </a:lvl1pPr>
          </a:lstStyle>
          <a:p>
            <a:pPr indent="0" algn="r">
              <a:lnSpc>
                <a:spcPct val="100000"/>
              </a:lnSpc>
              <a:buNone/>
              <a:tabLst>
                <a:tab algn="l" pos="0"/>
              </a:tabLst>
            </a:pPr>
            <a:fld id="{1E7294AB-B732-4B72-BD7B-22C9D87E3A29}" type="slidenum">
              <a:rPr b="0" lang="en" sz="1000" strike="noStrike" u="none">
                <a:solidFill>
                  <a:schemeClr val="dk2"/>
                </a:solidFill>
                <a:uFillTx/>
                <a:latin typeface="Arial"/>
                <a:ea typeface="Arial"/>
              </a:rPr>
              <a:t>1</a:t>
            </a:fld>
            <a:endParaRPr b="0" lang="en-IN" sz="1000" strike="noStrike" u="none">
              <a:solidFill>
                <a:srgbClr val="000000"/>
              </a:solidFill>
              <a:uFillTx/>
              <a:latin typeface="Times New Roman"/>
            </a:endParaRPr>
          </a:p>
        </p:txBody>
      </p:sp>
    </p:spTree>
  </p:cSld>
  <p:clrMap bg1="lt1" tx1="dk1" bg2="dk2" tx2="lt2" accent1="accent1" accent2="accent2" accent3="accent3" accent4="accent4" accent5="accent5" accent6="accent6" hlink="hlink" folHlink="folHlink"/>
  <p:sldLayoutIdLst>
    <p:sldLayoutId id="2147483661"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1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1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
</Relationships>
</file>

<file path=ppt/slides/_rels/slide1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1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1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20.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2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2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 name="PlaceHolder 1"/>
          <p:cNvSpPr>
            <a:spLocks noGrp="1"/>
          </p:cNvSpPr>
          <p:nvPr>
            <p:ph type="subTitle"/>
          </p:nvPr>
        </p:nvSpPr>
        <p:spPr>
          <a:xfrm>
            <a:off x="358560" y="1380960"/>
            <a:ext cx="8519400" cy="3762000"/>
          </a:xfrm>
          <a:prstGeom prst="rect">
            <a:avLst/>
          </a:prstGeom>
          <a:noFill/>
          <a:ln w="0">
            <a:noFill/>
          </a:ln>
        </p:spPr>
        <p:txBody>
          <a:bodyPr lIns="91440" rIns="91440" tIns="91440" bIns="91440" anchor="t">
            <a:normAutofit fontScale="92500" lnSpcReduction="19999"/>
          </a:bodyPr>
          <a:p>
            <a:pPr algn="ctr">
              <a:lnSpc>
                <a:spcPct val="100000"/>
              </a:lnSpc>
              <a:tabLst>
                <a:tab algn="l" pos="0"/>
              </a:tabLst>
            </a:pPr>
            <a:r>
              <a:rPr b="1" lang="en" sz="2800" strike="noStrike" u="none">
                <a:solidFill>
                  <a:schemeClr val="dk1"/>
                </a:solidFill>
                <a:uFillTx/>
                <a:latin typeface="Times New Roman"/>
                <a:ea typeface="Times New Roman"/>
              </a:rPr>
              <a:t>Smart Shopping Cart</a:t>
            </a:r>
            <a:endParaRPr b="0" lang="en-IN" sz="2800" strike="noStrike" u="none">
              <a:solidFill>
                <a:srgbClr val="000000"/>
              </a:solidFill>
              <a:uFillTx/>
              <a:latin typeface="Arial"/>
            </a:endParaRPr>
          </a:p>
          <a:p>
            <a:pPr algn="ctr">
              <a:lnSpc>
                <a:spcPct val="100000"/>
              </a:lnSpc>
              <a:spcBef>
                <a:spcPts val="1049"/>
              </a:spcBef>
              <a:tabLst>
                <a:tab algn="l" pos="0"/>
              </a:tabLst>
            </a:pPr>
            <a:r>
              <a:rPr b="1" lang="en" sz="1800" strike="noStrike" u="none">
                <a:solidFill>
                  <a:schemeClr val="dk1"/>
                </a:solidFill>
                <a:uFillTx/>
                <a:latin typeface="Times New Roman"/>
                <a:ea typeface="Times New Roman"/>
              </a:rPr>
              <a:t> </a:t>
            </a:r>
            <a:r>
              <a:rPr b="1" lang="en" sz="1800" strike="noStrike" u="none">
                <a:solidFill>
                  <a:schemeClr val="dk1"/>
                </a:solidFill>
                <a:uFillTx/>
                <a:latin typeface="Times New Roman"/>
                <a:ea typeface="Times New Roman"/>
              </a:rPr>
              <a:t>ABIN SANTHOSH [Reg. No. IES22CS006]</a:t>
            </a:r>
            <a:endParaRPr b="0" lang="en-IN" sz="1800" strike="noStrike" u="none">
              <a:solidFill>
                <a:srgbClr val="000000"/>
              </a:solidFill>
              <a:uFillTx/>
              <a:latin typeface="Arial"/>
            </a:endParaRPr>
          </a:p>
          <a:p>
            <a:pPr algn="ctr">
              <a:lnSpc>
                <a:spcPct val="100000"/>
              </a:lnSpc>
              <a:spcBef>
                <a:spcPts val="57"/>
              </a:spcBef>
              <a:tabLst>
                <a:tab algn="l" pos="0"/>
              </a:tabLst>
            </a:pPr>
            <a:r>
              <a:rPr b="1" lang="en" sz="1800" strike="noStrike" u="none">
                <a:solidFill>
                  <a:schemeClr val="dk1"/>
                </a:solidFill>
                <a:uFillTx/>
                <a:latin typeface="Times New Roman"/>
                <a:ea typeface="Times New Roman"/>
              </a:rPr>
              <a:t> </a:t>
            </a:r>
            <a:r>
              <a:rPr b="1" lang="en" sz="1800" strike="noStrike" u="none">
                <a:solidFill>
                  <a:schemeClr val="dk1"/>
                </a:solidFill>
                <a:uFillTx/>
                <a:latin typeface="Times New Roman"/>
                <a:ea typeface="Times New Roman"/>
              </a:rPr>
              <a:t>ADHITH SUNIL     [Reg. No. IES22CS007]</a:t>
            </a:r>
            <a:endParaRPr b="0" lang="en-IN" sz="1800" strike="noStrike" u="none">
              <a:solidFill>
                <a:srgbClr val="000000"/>
              </a:solidFill>
              <a:uFillTx/>
              <a:latin typeface="Arial"/>
            </a:endParaRPr>
          </a:p>
          <a:p>
            <a:pPr algn="ctr">
              <a:lnSpc>
                <a:spcPct val="100000"/>
              </a:lnSpc>
              <a:spcBef>
                <a:spcPts val="57"/>
              </a:spcBef>
              <a:tabLst>
                <a:tab algn="l" pos="0"/>
              </a:tabLst>
            </a:pPr>
            <a:r>
              <a:rPr b="1" lang="en" sz="1800" strike="noStrike" u="none">
                <a:solidFill>
                  <a:schemeClr val="dk1"/>
                </a:solidFill>
                <a:uFillTx/>
                <a:latin typeface="Times New Roman"/>
                <a:ea typeface="Times New Roman"/>
              </a:rPr>
              <a:t> </a:t>
            </a:r>
            <a:r>
              <a:rPr b="1" lang="en" sz="1800" strike="noStrike" u="none">
                <a:solidFill>
                  <a:schemeClr val="dk1"/>
                </a:solidFill>
                <a:uFillTx/>
                <a:latin typeface="Times New Roman"/>
                <a:ea typeface="Times New Roman"/>
              </a:rPr>
              <a:t>ADHWAITH T T     [Reg. No. IES22CS008]</a:t>
            </a:r>
            <a:endParaRPr b="0" lang="en-IN" sz="1800" strike="noStrike" u="none">
              <a:solidFill>
                <a:srgbClr val="000000"/>
              </a:solidFill>
              <a:uFillTx/>
              <a:latin typeface="Arial"/>
            </a:endParaRPr>
          </a:p>
          <a:p>
            <a:pPr algn="ctr">
              <a:lnSpc>
                <a:spcPct val="100000"/>
              </a:lnSpc>
              <a:spcBef>
                <a:spcPts val="57"/>
              </a:spcBef>
              <a:tabLst>
                <a:tab algn="l" pos="0"/>
              </a:tabLst>
            </a:pPr>
            <a:r>
              <a:rPr b="1" lang="en" sz="1800" strike="noStrike" u="none">
                <a:solidFill>
                  <a:schemeClr val="dk1"/>
                </a:solidFill>
                <a:uFillTx/>
                <a:latin typeface="Times New Roman"/>
                <a:ea typeface="Times New Roman"/>
              </a:rPr>
              <a:t> </a:t>
            </a:r>
            <a:r>
              <a:rPr b="1" lang="en" sz="1800" strike="noStrike" u="none">
                <a:solidFill>
                  <a:schemeClr val="dk1"/>
                </a:solidFill>
                <a:uFillTx/>
                <a:latin typeface="Times New Roman"/>
                <a:ea typeface="Times New Roman"/>
              </a:rPr>
              <a:t>ANITTA RAPHI E  [Reg. No. IES22CS025]</a:t>
            </a:r>
            <a:endParaRPr b="0" lang="en-IN" sz="1800" strike="noStrike" u="none">
              <a:solidFill>
                <a:srgbClr val="000000"/>
              </a:solidFill>
              <a:uFillTx/>
              <a:latin typeface="Arial"/>
            </a:endParaRPr>
          </a:p>
          <a:p>
            <a:pPr algn="ctr">
              <a:lnSpc>
                <a:spcPct val="100000"/>
              </a:lnSpc>
              <a:tabLst>
                <a:tab algn="l" pos="0"/>
              </a:tabLst>
            </a:pPr>
            <a:endParaRPr b="0" lang="en-IN" sz="1800" strike="noStrike" u="none">
              <a:solidFill>
                <a:srgbClr val="000000"/>
              </a:solidFill>
              <a:uFillTx/>
              <a:latin typeface="Arial"/>
            </a:endParaRPr>
          </a:p>
          <a:p>
            <a:pPr algn="ctr">
              <a:lnSpc>
                <a:spcPct val="100000"/>
              </a:lnSpc>
              <a:tabLst>
                <a:tab algn="l" pos="0"/>
              </a:tabLst>
            </a:pPr>
            <a:r>
              <a:rPr b="0" lang="en" sz="1800" strike="noStrike" u="none">
                <a:solidFill>
                  <a:schemeClr val="dk1"/>
                </a:solidFill>
                <a:uFillTx/>
                <a:latin typeface="Times New Roman"/>
                <a:ea typeface="Times New Roman"/>
              </a:rPr>
              <a:t>Department of CSE,</a:t>
            </a:r>
            <a:endParaRPr b="0" lang="en-IN" sz="1800" strike="noStrike" u="none">
              <a:solidFill>
                <a:srgbClr val="000000"/>
              </a:solidFill>
              <a:uFillTx/>
              <a:latin typeface="Arial"/>
            </a:endParaRPr>
          </a:p>
          <a:p>
            <a:pPr algn="ctr">
              <a:lnSpc>
                <a:spcPct val="100000"/>
              </a:lnSpc>
              <a:tabLst>
                <a:tab algn="l" pos="0"/>
              </a:tabLst>
            </a:pPr>
            <a:r>
              <a:rPr b="0" lang="en" sz="1800" strike="noStrike" u="none">
                <a:solidFill>
                  <a:schemeClr val="dk1"/>
                </a:solidFill>
                <a:uFillTx/>
                <a:latin typeface="Times New Roman"/>
                <a:ea typeface="Times New Roman"/>
              </a:rPr>
              <a:t>IES COLLEGE OF ENGINEERING, THRISSUR</a:t>
            </a:r>
            <a:endParaRPr b="0" lang="en-IN" sz="1800" strike="noStrike" u="none">
              <a:solidFill>
                <a:srgbClr val="000000"/>
              </a:solidFill>
              <a:uFillTx/>
              <a:latin typeface="Arial"/>
            </a:endParaRPr>
          </a:p>
          <a:p>
            <a:pPr algn="ctr">
              <a:lnSpc>
                <a:spcPct val="100000"/>
              </a:lnSpc>
              <a:tabLst>
                <a:tab algn="l" pos="0"/>
              </a:tabLst>
            </a:pPr>
            <a:endParaRPr b="0" lang="en-IN" sz="1800" strike="noStrike" u="none">
              <a:solidFill>
                <a:srgbClr val="000000"/>
              </a:solidFill>
              <a:uFillTx/>
              <a:latin typeface="Arial"/>
            </a:endParaRPr>
          </a:p>
          <a:p>
            <a:pPr algn="ctr">
              <a:lnSpc>
                <a:spcPct val="100000"/>
              </a:lnSpc>
              <a:tabLst>
                <a:tab algn="l" pos="0"/>
              </a:tabLst>
            </a:pPr>
            <a:r>
              <a:rPr b="0" lang="en" sz="1800" strike="noStrike" u="none">
                <a:solidFill>
                  <a:schemeClr val="dk1"/>
                </a:solidFill>
                <a:uFillTx/>
                <a:latin typeface="Times New Roman"/>
                <a:ea typeface="Times New Roman"/>
              </a:rPr>
              <a:t>Under the Guidance of</a:t>
            </a:r>
            <a:endParaRPr b="0" lang="en-IN" sz="1800" strike="noStrike" u="none">
              <a:solidFill>
                <a:srgbClr val="000000"/>
              </a:solidFill>
              <a:uFillTx/>
              <a:latin typeface="Arial"/>
            </a:endParaRPr>
          </a:p>
          <a:p>
            <a:pPr algn="ctr">
              <a:lnSpc>
                <a:spcPct val="100000"/>
              </a:lnSpc>
              <a:spcBef>
                <a:spcPts val="624"/>
              </a:spcBef>
              <a:tabLst>
                <a:tab algn="l" pos="0"/>
              </a:tabLst>
            </a:pPr>
            <a:r>
              <a:rPr b="1" lang="en" sz="1800" strike="noStrike" u="none">
                <a:solidFill>
                  <a:schemeClr val="dk1"/>
                </a:solidFill>
                <a:uFillTx/>
                <a:latin typeface="Times New Roman"/>
                <a:ea typeface="Times New Roman"/>
              </a:rPr>
              <a:t>Ms. MEETHU M B  </a:t>
            </a:r>
            <a:endParaRPr b="0" lang="en-IN" sz="1800" strike="noStrike" u="none">
              <a:solidFill>
                <a:srgbClr val="000000"/>
              </a:solidFill>
              <a:uFillTx/>
              <a:latin typeface="Arial"/>
            </a:endParaRPr>
          </a:p>
          <a:p>
            <a:pPr algn="ctr">
              <a:lnSpc>
                <a:spcPct val="100000"/>
              </a:lnSpc>
              <a:spcBef>
                <a:spcPts val="425"/>
              </a:spcBef>
              <a:tabLst>
                <a:tab algn="l" pos="0"/>
              </a:tabLst>
            </a:pPr>
            <a:r>
              <a:rPr b="0" lang="en" sz="1800" strike="noStrike" u="none">
                <a:solidFill>
                  <a:schemeClr val="dk1"/>
                </a:solidFill>
                <a:uFillTx/>
                <a:latin typeface="Times New Roman"/>
                <a:ea typeface="Times New Roman"/>
              </a:rPr>
              <a:t>Assistant Professor</a:t>
            </a:r>
            <a:endParaRPr b="0" lang="en-IN" sz="1800" strike="noStrike" u="none">
              <a:solidFill>
                <a:srgbClr val="000000"/>
              </a:solidFill>
              <a:uFillTx/>
              <a:latin typeface="Arial"/>
            </a:endParaRPr>
          </a:p>
          <a:p>
            <a:pPr algn="ctr">
              <a:lnSpc>
                <a:spcPct val="100000"/>
              </a:lnSpc>
              <a:tabLst>
                <a:tab algn="l" pos="0"/>
              </a:tabLst>
            </a:pPr>
            <a:r>
              <a:rPr b="0" lang="en" sz="1800" strike="noStrike" u="none">
                <a:solidFill>
                  <a:schemeClr val="dk1"/>
                </a:solidFill>
                <a:uFillTx/>
                <a:latin typeface="Times New Roman"/>
                <a:ea typeface="Times New Roman"/>
              </a:rPr>
              <a:t> </a:t>
            </a:r>
            <a:r>
              <a:rPr b="0" lang="en" sz="1800" strike="noStrike" u="none">
                <a:solidFill>
                  <a:schemeClr val="dk1"/>
                </a:solidFill>
                <a:uFillTx/>
                <a:latin typeface="Times New Roman"/>
                <a:ea typeface="Times New Roman"/>
              </a:rPr>
              <a:t>Department of CSE</a:t>
            </a:r>
            <a:endParaRPr b="0" lang="en-IN" sz="1800" strike="noStrike" u="none">
              <a:solidFill>
                <a:srgbClr val="000000"/>
              </a:solidFill>
              <a:uFillTx/>
              <a:latin typeface="Arial"/>
            </a:endParaRPr>
          </a:p>
          <a:p>
            <a:pPr algn="ctr">
              <a:lnSpc>
                <a:spcPct val="100000"/>
              </a:lnSpc>
              <a:tabLst>
                <a:tab algn="l" pos="0"/>
              </a:tabLst>
            </a:pPr>
            <a:r>
              <a:rPr b="0" lang="en" sz="1800" strike="noStrike" u="none">
                <a:solidFill>
                  <a:schemeClr val="dk1"/>
                </a:solidFill>
                <a:uFillTx/>
                <a:latin typeface="Times New Roman"/>
                <a:ea typeface="Times New Roman"/>
              </a:rPr>
              <a:t>IES COLLEGE OF ENGINEERING, THRISSUR</a:t>
            </a:r>
            <a:endParaRPr b="0" lang="en-IN" sz="1800" strike="noStrike" u="none">
              <a:solidFill>
                <a:srgbClr val="000000"/>
              </a:solidFill>
              <a:uFillTx/>
              <a:latin typeface="Arial"/>
            </a:endParaRPr>
          </a:p>
        </p:txBody>
      </p:sp>
      <p:pic>
        <p:nvPicPr>
          <p:cNvPr id="28" name="Google Shape;32;p7" descr=""/>
          <p:cNvPicPr/>
          <p:nvPr/>
        </p:nvPicPr>
        <p:blipFill>
          <a:blip r:embed="rId1"/>
          <a:stretch/>
        </p:blipFill>
        <p:spPr>
          <a:xfrm>
            <a:off x="0" y="0"/>
            <a:ext cx="9142920" cy="1379880"/>
          </a:xfrm>
          <a:prstGeom prst="rect">
            <a:avLst/>
          </a:prstGeom>
          <a:noFill/>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 name="PlaceHolder 1"/>
          <p:cNvSpPr>
            <a:spLocks noGrp="1"/>
          </p:cNvSpPr>
          <p:nvPr>
            <p:ph type="subTitle"/>
          </p:nvPr>
        </p:nvSpPr>
        <p:spPr>
          <a:xfrm>
            <a:off x="358560" y="1132200"/>
            <a:ext cx="8519400" cy="3735360"/>
          </a:xfrm>
          <a:prstGeom prst="rect">
            <a:avLst/>
          </a:prstGeom>
          <a:noFill/>
          <a:ln w="0">
            <a:noFill/>
          </a:ln>
        </p:spPr>
        <p:txBody>
          <a:bodyPr lIns="91440" rIns="91440" tIns="91440" bIns="91440" anchor="t">
            <a:normAutofit/>
          </a:bodyPr>
          <a:p>
            <a:pPr algn="ctr">
              <a:lnSpc>
                <a:spcPct val="80000"/>
              </a:lnSpc>
              <a:tabLst>
                <a:tab algn="l" pos="0"/>
              </a:tabLst>
            </a:pPr>
            <a:r>
              <a:rPr b="1" lang="en" sz="2180" strike="noStrike" u="none">
                <a:solidFill>
                  <a:schemeClr val="dk1"/>
                </a:solidFill>
                <a:uFillTx/>
                <a:latin typeface="Times New Roman"/>
                <a:ea typeface="Times New Roman"/>
              </a:rPr>
              <a:t>TARGETS OF THE MINI PROJECT WORK</a:t>
            </a:r>
            <a:endParaRPr b="0" lang="en-IN" sz="2180" strike="noStrike" u="none">
              <a:solidFill>
                <a:srgbClr val="000000"/>
              </a:solidFill>
              <a:uFillTx/>
              <a:latin typeface="Arial"/>
            </a:endParaRPr>
          </a:p>
          <a:p>
            <a:pPr algn="ctr">
              <a:lnSpc>
                <a:spcPct val="80000"/>
              </a:lnSpc>
              <a:tabLst>
                <a:tab algn="l" pos="0"/>
              </a:tabLst>
            </a:pPr>
            <a:endParaRPr b="0" lang="en-IN" sz="2180" strike="noStrike" u="none">
              <a:solidFill>
                <a:srgbClr val="000000"/>
              </a:solidFill>
              <a:uFillTx/>
              <a:latin typeface="Arial"/>
            </a:endParaRPr>
          </a:p>
        </p:txBody>
      </p:sp>
      <p:pic>
        <p:nvPicPr>
          <p:cNvPr id="30" name="Google Shape;38;p8" descr=""/>
          <p:cNvPicPr/>
          <p:nvPr/>
        </p:nvPicPr>
        <p:blipFill>
          <a:blip r:embed="rId1"/>
          <a:stretch/>
        </p:blipFill>
        <p:spPr>
          <a:xfrm>
            <a:off x="0" y="0"/>
            <a:ext cx="9142920" cy="1060560"/>
          </a:xfrm>
          <a:prstGeom prst="rect">
            <a:avLst/>
          </a:prstGeom>
          <a:noFill/>
          <a:ln w="0">
            <a:noFill/>
          </a:ln>
        </p:spPr>
      </p:pic>
      <p:graphicFrame>
        <p:nvGraphicFramePr>
          <p:cNvPr id="31" name="Google Shape;39;p8"/>
          <p:cNvGraphicFramePr/>
          <p:nvPr/>
        </p:nvGraphicFramePr>
        <p:xfrm>
          <a:off x="1069920" y="1522440"/>
          <a:ext cx="7238520" cy="2726640"/>
        </p:xfrm>
        <a:graphic>
          <a:graphicData uri="http://schemas.openxmlformats.org/drawingml/2006/table">
            <a:tbl>
              <a:tblPr/>
              <a:tblGrid>
                <a:gridCol w="1809720"/>
                <a:gridCol w="1809720"/>
                <a:gridCol w="1809720"/>
                <a:gridCol w="1809720"/>
              </a:tblGrid>
              <a:tr h="380520">
                <a:tc>
                  <a:txBody>
                    <a:bodyPr lIns="90720" rIns="90720" anchor="t">
                      <a:noAutofit/>
                    </a:bodyPr>
                    <a:p>
                      <a:pPr>
                        <a:lnSpc>
                          <a:spcPct val="100000"/>
                        </a:lnSpc>
                        <a:tabLst>
                          <a:tab algn="l" pos="0"/>
                        </a:tabLst>
                      </a:pPr>
                      <a:r>
                        <a:rPr b="1" lang="en" sz="1400" strike="noStrike" u="none">
                          <a:solidFill>
                            <a:srgbClr val="000000"/>
                          </a:solidFill>
                          <a:uFillTx/>
                          <a:latin typeface="Arial"/>
                          <a:ea typeface="Arial"/>
                        </a:rPr>
                        <a:t>ACTIVITIES</a:t>
                      </a:r>
                      <a:endParaRPr b="0" lang="en-IN" sz="1400" strike="noStrike" u="none">
                        <a:solidFill>
                          <a:srgbClr val="000000"/>
                        </a:solidFill>
                        <a:uFillTx/>
                        <a:latin typeface="Arial"/>
                      </a:endParaRPr>
                    </a:p>
                  </a:txBody>
                  <a:tcPr anchor="t" marL="90720" marR="90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lIns="90720" rIns="90720" anchor="t">
                      <a:noAutofit/>
                    </a:bodyPr>
                    <a:p>
                      <a:endParaRPr b="0" lang="en-IN" sz="1800" strike="noStrike" u="none">
                        <a:solidFill>
                          <a:srgbClr val="000000"/>
                        </a:solidFill>
                        <a:uFillTx/>
                        <a:latin typeface="Arial"/>
                      </a:endParaRPr>
                    </a:p>
                  </a:txBody>
                  <a:tcPr anchor="t" marL="90720" marR="90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lIns="90720" rIns="90720" anchor="t">
                      <a:noAutofit/>
                    </a:bodyPr>
                    <a:p>
                      <a:pPr>
                        <a:lnSpc>
                          <a:spcPct val="100000"/>
                        </a:lnSpc>
                        <a:tabLst>
                          <a:tab algn="l" pos="0"/>
                        </a:tabLst>
                      </a:pPr>
                      <a:r>
                        <a:rPr b="1" lang="en" sz="1400" strike="noStrike" u="none">
                          <a:solidFill>
                            <a:srgbClr val="000000"/>
                          </a:solidFill>
                          <a:uFillTx/>
                          <a:latin typeface="Arial"/>
                          <a:ea typeface="Arial"/>
                        </a:rPr>
                        <a:t>ACTIVITIES</a:t>
                      </a:r>
                      <a:endParaRPr b="0" lang="en-IN" sz="1400" strike="noStrike" u="none">
                        <a:solidFill>
                          <a:srgbClr val="000000"/>
                        </a:solidFill>
                        <a:uFillTx/>
                        <a:latin typeface="Arial"/>
                      </a:endParaRPr>
                    </a:p>
                  </a:txBody>
                  <a:tcPr anchor="t" marL="90720" marR="90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lIns="90720" rIns="90720" anchor="t">
                      <a:noAutofit/>
                    </a:bodyPr>
                    <a:p>
                      <a:endParaRPr b="0" lang="en-IN" sz="1800" strike="noStrike" u="none">
                        <a:solidFill>
                          <a:srgbClr val="000000"/>
                        </a:solidFill>
                        <a:uFillTx/>
                        <a:latin typeface="Arial"/>
                      </a:endParaRPr>
                    </a:p>
                  </a:txBody>
                  <a:tcPr anchor="t" marL="90720" marR="90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r>
              <a:tr h="380520">
                <a:tc>
                  <a:txBody>
                    <a:bodyPr lIns="90720" rIns="90720" anchor="t">
                      <a:noAutofit/>
                    </a:bodyPr>
                    <a:p>
                      <a:pPr>
                        <a:lnSpc>
                          <a:spcPct val="100000"/>
                        </a:lnSpc>
                        <a:tabLst>
                          <a:tab algn="l" pos="0"/>
                        </a:tabLst>
                      </a:pPr>
                      <a:r>
                        <a:rPr b="0" lang="en" sz="1400" strike="noStrike" u="none">
                          <a:solidFill>
                            <a:srgbClr val="000000"/>
                          </a:solidFill>
                          <a:uFillTx/>
                          <a:latin typeface="Arial"/>
                          <a:ea typeface="Arial"/>
                        </a:rPr>
                        <a:t>Domain &amp; problem identified</a:t>
                      </a:r>
                      <a:endParaRPr b="0" lang="en-IN" sz="1400" strike="noStrike" u="none">
                        <a:solidFill>
                          <a:srgbClr val="000000"/>
                        </a:solidFill>
                        <a:uFillTx/>
                        <a:latin typeface="Arial"/>
                      </a:endParaRPr>
                    </a:p>
                  </a:txBody>
                  <a:tcPr anchor="t" marL="90720" marR="90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lIns="90720" rIns="90720" anchor="t">
                      <a:noAutofit/>
                    </a:bodyPr>
                    <a:p>
                      <a:pPr>
                        <a:lnSpc>
                          <a:spcPct val="100000"/>
                        </a:lnSpc>
                        <a:tabLst>
                          <a:tab algn="l" pos="0"/>
                        </a:tabLst>
                      </a:pPr>
                      <a:r>
                        <a:rPr b="0" lang="en" sz="1400" strike="noStrike" u="none">
                          <a:solidFill>
                            <a:srgbClr val="000000"/>
                          </a:solidFill>
                          <a:uFillTx/>
                          <a:latin typeface="Arial"/>
                          <a:ea typeface="Arial"/>
                        </a:rPr>
                        <a:t>Yes</a:t>
                      </a:r>
                      <a:endParaRPr b="0" lang="en-IN" sz="1400" strike="noStrike" u="none">
                        <a:solidFill>
                          <a:srgbClr val="000000"/>
                        </a:solidFill>
                        <a:uFillTx/>
                        <a:latin typeface="Arial"/>
                      </a:endParaRPr>
                    </a:p>
                  </a:txBody>
                  <a:tcPr anchor="t" marL="90720" marR="90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lIns="90720" rIns="90720" anchor="t">
                      <a:noAutofit/>
                    </a:bodyPr>
                    <a:p>
                      <a:pPr>
                        <a:lnSpc>
                          <a:spcPct val="100000"/>
                        </a:lnSpc>
                        <a:tabLst>
                          <a:tab algn="l" pos="0"/>
                        </a:tabLst>
                      </a:pPr>
                      <a:r>
                        <a:rPr b="0" lang="en" sz="1400" strike="noStrike" u="none">
                          <a:solidFill>
                            <a:srgbClr val="000000"/>
                          </a:solidFill>
                          <a:uFillTx/>
                          <a:latin typeface="Arial"/>
                          <a:ea typeface="Arial"/>
                        </a:rPr>
                        <a:t>Development of product</a:t>
                      </a:r>
                      <a:endParaRPr b="0" lang="en-IN" sz="1400" strike="noStrike" u="none">
                        <a:solidFill>
                          <a:srgbClr val="000000"/>
                        </a:solidFill>
                        <a:uFillTx/>
                        <a:latin typeface="Arial"/>
                      </a:endParaRPr>
                    </a:p>
                  </a:txBody>
                  <a:tcPr anchor="t" marL="90720" marR="90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lIns="90720" rIns="90720" anchor="t">
                      <a:noAutofit/>
                    </a:bodyPr>
                    <a:p>
                      <a:pPr>
                        <a:lnSpc>
                          <a:spcPct val="100000"/>
                        </a:lnSpc>
                        <a:tabLst>
                          <a:tab algn="l" pos="0"/>
                        </a:tabLst>
                      </a:pPr>
                      <a:r>
                        <a:rPr b="0" lang="en" sz="1400" strike="noStrike" u="none">
                          <a:solidFill>
                            <a:schemeClr val="dk1"/>
                          </a:solidFill>
                          <a:uFillTx/>
                          <a:latin typeface="Arial"/>
                          <a:ea typeface="Arial"/>
                        </a:rPr>
                        <a:t>No</a:t>
                      </a:r>
                      <a:endParaRPr b="0" lang="en-IN" sz="1400" strike="noStrike" u="none">
                        <a:solidFill>
                          <a:srgbClr val="000000"/>
                        </a:solidFill>
                        <a:uFillTx/>
                        <a:latin typeface="Arial"/>
                      </a:endParaRPr>
                    </a:p>
                  </a:txBody>
                  <a:tcPr anchor="t" marL="90720" marR="90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r>
              <a:tr h="380520">
                <a:tc>
                  <a:txBody>
                    <a:bodyPr lIns="90720" rIns="90720" anchor="t">
                      <a:noAutofit/>
                    </a:bodyPr>
                    <a:p>
                      <a:pPr>
                        <a:lnSpc>
                          <a:spcPct val="100000"/>
                        </a:lnSpc>
                        <a:tabLst>
                          <a:tab algn="l" pos="0"/>
                        </a:tabLst>
                      </a:pPr>
                      <a:r>
                        <a:rPr b="0" lang="en" sz="1400" strike="noStrike" u="none">
                          <a:solidFill>
                            <a:srgbClr val="000000"/>
                          </a:solidFill>
                          <a:uFillTx/>
                          <a:latin typeface="Arial"/>
                          <a:ea typeface="Arial"/>
                        </a:rPr>
                        <a:t>Literature Review</a:t>
                      </a:r>
                      <a:endParaRPr b="0" lang="en-IN" sz="1400" strike="noStrike" u="none">
                        <a:solidFill>
                          <a:srgbClr val="000000"/>
                        </a:solidFill>
                        <a:uFillTx/>
                        <a:latin typeface="Arial"/>
                      </a:endParaRPr>
                    </a:p>
                  </a:txBody>
                  <a:tcPr anchor="t" marL="90720" marR="90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lIns="90720" rIns="90720" anchor="t">
                      <a:noAutofit/>
                    </a:bodyPr>
                    <a:p>
                      <a:pPr>
                        <a:lnSpc>
                          <a:spcPct val="100000"/>
                        </a:lnSpc>
                        <a:tabLst>
                          <a:tab algn="l" pos="0"/>
                        </a:tabLst>
                      </a:pPr>
                      <a:r>
                        <a:rPr b="0" lang="en" sz="1400" strike="noStrike" u="none">
                          <a:solidFill>
                            <a:schemeClr val="dk1"/>
                          </a:solidFill>
                          <a:uFillTx/>
                          <a:latin typeface="Arial"/>
                          <a:ea typeface="Arial"/>
                        </a:rPr>
                        <a:t>Yes</a:t>
                      </a:r>
                      <a:endParaRPr b="0" lang="en-IN" sz="1400" strike="noStrike" u="none">
                        <a:solidFill>
                          <a:srgbClr val="000000"/>
                        </a:solidFill>
                        <a:uFillTx/>
                        <a:latin typeface="Arial"/>
                      </a:endParaRPr>
                    </a:p>
                  </a:txBody>
                  <a:tcPr anchor="t" marL="90720" marR="90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lIns="90720" rIns="90720" anchor="t">
                      <a:noAutofit/>
                    </a:bodyPr>
                    <a:p>
                      <a:pPr>
                        <a:lnSpc>
                          <a:spcPct val="100000"/>
                        </a:lnSpc>
                        <a:tabLst>
                          <a:tab algn="l" pos="0"/>
                        </a:tabLst>
                      </a:pPr>
                      <a:r>
                        <a:rPr b="0" lang="en" sz="1400" strike="noStrike" u="none">
                          <a:solidFill>
                            <a:srgbClr val="000000"/>
                          </a:solidFill>
                          <a:uFillTx/>
                          <a:latin typeface="Arial"/>
                          <a:ea typeface="Arial"/>
                        </a:rPr>
                        <a:t>Testing</a:t>
                      </a:r>
                      <a:endParaRPr b="0" lang="en-IN" sz="1400" strike="noStrike" u="none">
                        <a:solidFill>
                          <a:srgbClr val="000000"/>
                        </a:solidFill>
                        <a:uFillTx/>
                        <a:latin typeface="Arial"/>
                      </a:endParaRPr>
                    </a:p>
                  </a:txBody>
                  <a:tcPr anchor="t" marL="90720" marR="90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lIns="90720" rIns="90720" anchor="t">
                      <a:noAutofit/>
                    </a:bodyPr>
                    <a:p>
                      <a:pPr>
                        <a:lnSpc>
                          <a:spcPct val="100000"/>
                        </a:lnSpc>
                        <a:tabLst>
                          <a:tab algn="l" pos="0"/>
                        </a:tabLst>
                      </a:pPr>
                      <a:r>
                        <a:rPr b="0" lang="en" sz="1400" strike="noStrike" u="none">
                          <a:solidFill>
                            <a:schemeClr val="dk1"/>
                          </a:solidFill>
                          <a:uFillTx/>
                          <a:latin typeface="Arial"/>
                          <a:ea typeface="Arial"/>
                        </a:rPr>
                        <a:t>No</a:t>
                      </a:r>
                      <a:endParaRPr b="0" lang="en-IN" sz="1400" strike="noStrike" u="none">
                        <a:solidFill>
                          <a:srgbClr val="000000"/>
                        </a:solidFill>
                        <a:uFillTx/>
                        <a:latin typeface="Arial"/>
                      </a:endParaRPr>
                    </a:p>
                  </a:txBody>
                  <a:tcPr anchor="t" marL="90720" marR="90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r>
              <a:tr h="380520">
                <a:tc>
                  <a:txBody>
                    <a:bodyPr lIns="90720" rIns="90720" anchor="t">
                      <a:noAutofit/>
                    </a:bodyPr>
                    <a:p>
                      <a:pPr>
                        <a:lnSpc>
                          <a:spcPct val="100000"/>
                        </a:lnSpc>
                        <a:tabLst>
                          <a:tab algn="l" pos="0"/>
                        </a:tabLst>
                      </a:pPr>
                      <a:r>
                        <a:rPr b="0" lang="en" sz="1400" strike="noStrike" u="none">
                          <a:solidFill>
                            <a:srgbClr val="000000"/>
                          </a:solidFill>
                          <a:uFillTx/>
                          <a:latin typeface="Arial"/>
                          <a:ea typeface="Arial"/>
                        </a:rPr>
                        <a:t>Objectives formulated</a:t>
                      </a:r>
                      <a:endParaRPr b="0" lang="en-IN" sz="1400" strike="noStrike" u="none">
                        <a:solidFill>
                          <a:srgbClr val="000000"/>
                        </a:solidFill>
                        <a:uFillTx/>
                        <a:latin typeface="Arial"/>
                      </a:endParaRPr>
                    </a:p>
                  </a:txBody>
                  <a:tcPr anchor="t" marL="90720" marR="90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lIns="90720" rIns="90720" anchor="t">
                      <a:noAutofit/>
                    </a:bodyPr>
                    <a:p>
                      <a:pPr>
                        <a:lnSpc>
                          <a:spcPct val="100000"/>
                        </a:lnSpc>
                        <a:tabLst>
                          <a:tab algn="l" pos="0"/>
                        </a:tabLst>
                      </a:pPr>
                      <a:r>
                        <a:rPr b="0" lang="en" sz="1400" strike="noStrike" u="none">
                          <a:solidFill>
                            <a:schemeClr val="dk1"/>
                          </a:solidFill>
                          <a:uFillTx/>
                          <a:latin typeface="Arial"/>
                          <a:ea typeface="Arial"/>
                        </a:rPr>
                        <a:t>Yes</a:t>
                      </a:r>
                      <a:endParaRPr b="0" lang="en-IN" sz="1400" strike="noStrike" u="none">
                        <a:solidFill>
                          <a:srgbClr val="000000"/>
                        </a:solidFill>
                        <a:uFillTx/>
                        <a:latin typeface="Arial"/>
                      </a:endParaRPr>
                    </a:p>
                  </a:txBody>
                  <a:tcPr anchor="t" marL="90720" marR="90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lIns="90720" rIns="90720" anchor="t">
                      <a:noAutofit/>
                    </a:bodyPr>
                    <a:p>
                      <a:pPr>
                        <a:lnSpc>
                          <a:spcPct val="100000"/>
                        </a:lnSpc>
                        <a:tabLst>
                          <a:tab algn="l" pos="0"/>
                        </a:tabLst>
                      </a:pPr>
                      <a:r>
                        <a:rPr b="0" lang="en" sz="1400" strike="noStrike" u="none">
                          <a:solidFill>
                            <a:srgbClr val="000000"/>
                          </a:solidFill>
                          <a:uFillTx/>
                          <a:latin typeface="Arial"/>
                          <a:ea typeface="Arial"/>
                        </a:rPr>
                        <a:t>Obtained Result</a:t>
                      </a:r>
                      <a:endParaRPr b="0" lang="en-IN" sz="1400" strike="noStrike" u="none">
                        <a:solidFill>
                          <a:srgbClr val="000000"/>
                        </a:solidFill>
                        <a:uFillTx/>
                        <a:latin typeface="Arial"/>
                      </a:endParaRPr>
                    </a:p>
                  </a:txBody>
                  <a:tcPr anchor="t" marL="90720" marR="90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lIns="90720" rIns="90720" anchor="t">
                      <a:noAutofit/>
                    </a:bodyPr>
                    <a:p>
                      <a:pPr>
                        <a:lnSpc>
                          <a:spcPct val="100000"/>
                        </a:lnSpc>
                        <a:tabLst>
                          <a:tab algn="l" pos="0"/>
                        </a:tabLst>
                      </a:pPr>
                      <a:r>
                        <a:rPr b="0" lang="en" sz="1400" strike="noStrike" u="none">
                          <a:solidFill>
                            <a:schemeClr val="dk1"/>
                          </a:solidFill>
                          <a:uFillTx/>
                          <a:latin typeface="Arial"/>
                          <a:ea typeface="Arial"/>
                        </a:rPr>
                        <a:t>No</a:t>
                      </a:r>
                      <a:endParaRPr b="0" lang="en-IN" sz="1400" strike="noStrike" u="none">
                        <a:solidFill>
                          <a:srgbClr val="000000"/>
                        </a:solidFill>
                        <a:uFillTx/>
                        <a:latin typeface="Arial"/>
                      </a:endParaRPr>
                    </a:p>
                  </a:txBody>
                  <a:tcPr anchor="t" marL="90720" marR="90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r>
              <a:tr h="380520">
                <a:tc>
                  <a:txBody>
                    <a:bodyPr lIns="90720" rIns="90720" anchor="t">
                      <a:noAutofit/>
                    </a:bodyPr>
                    <a:p>
                      <a:pPr>
                        <a:lnSpc>
                          <a:spcPct val="100000"/>
                        </a:lnSpc>
                        <a:tabLst>
                          <a:tab algn="l" pos="0"/>
                        </a:tabLst>
                      </a:pPr>
                      <a:r>
                        <a:rPr b="0" lang="en" sz="1400" strike="noStrike" u="none">
                          <a:solidFill>
                            <a:srgbClr val="000000"/>
                          </a:solidFill>
                          <a:uFillTx/>
                          <a:latin typeface="Arial"/>
                          <a:ea typeface="Arial"/>
                        </a:rPr>
                        <a:t>Methodology / Design</a:t>
                      </a:r>
                      <a:endParaRPr b="0" lang="en-IN" sz="1400" strike="noStrike" u="none">
                        <a:solidFill>
                          <a:srgbClr val="000000"/>
                        </a:solidFill>
                        <a:uFillTx/>
                        <a:latin typeface="Arial"/>
                      </a:endParaRPr>
                    </a:p>
                  </a:txBody>
                  <a:tcPr anchor="t" marL="90720" marR="90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lIns="90720" rIns="90720" anchor="t">
                      <a:noAutofit/>
                    </a:bodyPr>
                    <a:p>
                      <a:pPr>
                        <a:lnSpc>
                          <a:spcPct val="100000"/>
                        </a:lnSpc>
                        <a:tabLst>
                          <a:tab algn="l" pos="0"/>
                        </a:tabLst>
                      </a:pPr>
                      <a:r>
                        <a:rPr b="0" lang="en" sz="1400" strike="noStrike" u="none">
                          <a:solidFill>
                            <a:schemeClr val="dk1"/>
                          </a:solidFill>
                          <a:uFillTx/>
                          <a:latin typeface="Arial"/>
                          <a:ea typeface="Arial"/>
                        </a:rPr>
                        <a:t>Yes</a:t>
                      </a:r>
                      <a:endParaRPr b="0" lang="en-IN" sz="1400" strike="noStrike" u="none">
                        <a:solidFill>
                          <a:srgbClr val="000000"/>
                        </a:solidFill>
                        <a:uFillTx/>
                        <a:latin typeface="Arial"/>
                      </a:endParaRPr>
                    </a:p>
                  </a:txBody>
                  <a:tcPr anchor="t" marL="90720" marR="90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lIns="90720" rIns="90720" anchor="t">
                      <a:noAutofit/>
                    </a:bodyPr>
                    <a:p>
                      <a:pPr>
                        <a:lnSpc>
                          <a:spcPct val="100000"/>
                        </a:lnSpc>
                        <a:tabLst>
                          <a:tab algn="l" pos="0"/>
                        </a:tabLst>
                      </a:pPr>
                      <a:r>
                        <a:rPr b="0" lang="en" sz="1400" strike="noStrike" u="none">
                          <a:solidFill>
                            <a:srgbClr val="000000"/>
                          </a:solidFill>
                          <a:uFillTx/>
                          <a:latin typeface="Arial"/>
                          <a:ea typeface="Arial"/>
                        </a:rPr>
                        <a:t>Documentation</a:t>
                      </a:r>
                      <a:endParaRPr b="0" lang="en-IN" sz="1400" strike="noStrike" u="none">
                        <a:solidFill>
                          <a:srgbClr val="000000"/>
                        </a:solidFill>
                        <a:uFillTx/>
                        <a:latin typeface="Arial"/>
                      </a:endParaRPr>
                    </a:p>
                  </a:txBody>
                  <a:tcPr anchor="t" marL="90720" marR="90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lIns="90720" rIns="90720" anchor="t">
                      <a:noAutofit/>
                    </a:bodyPr>
                    <a:p>
                      <a:pPr>
                        <a:lnSpc>
                          <a:spcPct val="100000"/>
                        </a:lnSpc>
                        <a:tabLst>
                          <a:tab algn="l" pos="0"/>
                        </a:tabLst>
                      </a:pPr>
                      <a:r>
                        <a:rPr b="0" lang="en" sz="1400" strike="noStrike" u="none">
                          <a:solidFill>
                            <a:schemeClr val="dk1"/>
                          </a:solidFill>
                          <a:uFillTx/>
                          <a:latin typeface="Arial"/>
                          <a:ea typeface="Arial"/>
                        </a:rPr>
                        <a:t>No</a:t>
                      </a:r>
                      <a:endParaRPr b="0" lang="en-IN" sz="1400" strike="noStrike" u="none">
                        <a:solidFill>
                          <a:srgbClr val="000000"/>
                        </a:solidFill>
                        <a:uFillTx/>
                        <a:latin typeface="Arial"/>
                      </a:endParaRPr>
                    </a:p>
                  </a:txBody>
                  <a:tcPr anchor="t" marL="90720" marR="90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r>
              <a:tr h="380520">
                <a:tc>
                  <a:txBody>
                    <a:bodyPr lIns="90720" rIns="90720" anchor="t">
                      <a:noAutofit/>
                    </a:bodyPr>
                    <a:p>
                      <a:pPr>
                        <a:lnSpc>
                          <a:spcPct val="100000"/>
                        </a:lnSpc>
                        <a:tabLst>
                          <a:tab algn="l" pos="0"/>
                        </a:tabLst>
                      </a:pPr>
                      <a:r>
                        <a:rPr b="0" lang="en" sz="1400" strike="noStrike" u="none">
                          <a:solidFill>
                            <a:srgbClr val="000000"/>
                          </a:solidFill>
                          <a:uFillTx/>
                          <a:latin typeface="Arial"/>
                          <a:ea typeface="Arial"/>
                        </a:rPr>
                        <a:t>Created work plan and task allocation</a:t>
                      </a:r>
                      <a:endParaRPr b="0" lang="en-IN" sz="1400" strike="noStrike" u="none">
                        <a:solidFill>
                          <a:srgbClr val="000000"/>
                        </a:solidFill>
                        <a:uFillTx/>
                        <a:latin typeface="Arial"/>
                      </a:endParaRPr>
                    </a:p>
                  </a:txBody>
                  <a:tcPr anchor="t" marL="90720" marR="90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lIns="90720" rIns="90720" anchor="t">
                      <a:noAutofit/>
                    </a:bodyPr>
                    <a:p>
                      <a:pPr>
                        <a:lnSpc>
                          <a:spcPct val="100000"/>
                        </a:lnSpc>
                        <a:tabLst>
                          <a:tab algn="l" pos="0"/>
                        </a:tabLst>
                      </a:pPr>
                      <a:r>
                        <a:rPr b="0" lang="en" sz="1400" strike="noStrike" u="none">
                          <a:solidFill>
                            <a:schemeClr val="dk1"/>
                          </a:solidFill>
                          <a:uFillTx/>
                          <a:latin typeface="Arial"/>
                          <a:ea typeface="Arial"/>
                        </a:rPr>
                        <a:t>Yes</a:t>
                      </a:r>
                      <a:endParaRPr b="0" lang="en-IN" sz="1400" strike="noStrike" u="none">
                        <a:solidFill>
                          <a:srgbClr val="000000"/>
                        </a:solidFill>
                        <a:uFillTx/>
                        <a:latin typeface="Arial"/>
                      </a:endParaRPr>
                    </a:p>
                  </a:txBody>
                  <a:tcPr anchor="t" marL="90720" marR="90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lIns="90720" rIns="90720" anchor="t">
                      <a:noAutofit/>
                    </a:bodyPr>
                    <a:p>
                      <a:pPr>
                        <a:lnSpc>
                          <a:spcPct val="100000"/>
                        </a:lnSpc>
                        <a:tabLst>
                          <a:tab algn="l" pos="0"/>
                        </a:tabLst>
                      </a:pPr>
                      <a:r>
                        <a:rPr b="0" lang="en" sz="1400" strike="noStrike" u="none">
                          <a:solidFill>
                            <a:srgbClr val="000000"/>
                          </a:solidFill>
                          <a:uFillTx/>
                          <a:latin typeface="Arial"/>
                          <a:ea typeface="Arial"/>
                        </a:rPr>
                        <a:t>Report submission</a:t>
                      </a:r>
                      <a:endParaRPr b="0" lang="en-IN" sz="1400" strike="noStrike" u="none">
                        <a:solidFill>
                          <a:srgbClr val="000000"/>
                        </a:solidFill>
                        <a:uFillTx/>
                        <a:latin typeface="Arial"/>
                      </a:endParaRPr>
                    </a:p>
                  </a:txBody>
                  <a:tcPr anchor="t" marL="90720" marR="90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lIns="90720" rIns="90720" anchor="t">
                      <a:noAutofit/>
                    </a:bodyPr>
                    <a:p>
                      <a:pPr>
                        <a:lnSpc>
                          <a:spcPct val="100000"/>
                        </a:lnSpc>
                        <a:tabLst>
                          <a:tab algn="l" pos="0"/>
                        </a:tabLst>
                      </a:pPr>
                      <a:r>
                        <a:rPr b="0" lang="en" sz="1400" strike="noStrike" u="none">
                          <a:solidFill>
                            <a:schemeClr val="dk1"/>
                          </a:solidFill>
                          <a:uFillTx/>
                          <a:latin typeface="Arial"/>
                          <a:ea typeface="Arial"/>
                        </a:rPr>
                        <a:t>No</a:t>
                      </a:r>
                      <a:endParaRPr b="0" lang="en-IN" sz="1400" strike="noStrike" u="none">
                        <a:solidFill>
                          <a:srgbClr val="000000"/>
                        </a:solidFill>
                        <a:uFillTx/>
                        <a:latin typeface="Arial"/>
                      </a:endParaRPr>
                    </a:p>
                  </a:txBody>
                  <a:tcPr anchor="t" marL="90720" marR="90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r>
            </a:tbl>
          </a:graphicData>
        </a:graphic>
      </p:graphicFrame>
      <p:sp>
        <p:nvSpPr>
          <p:cNvPr id="32" name="Google Shape;40;p8"/>
          <p:cNvSpPr/>
          <p:nvPr/>
        </p:nvSpPr>
        <p:spPr>
          <a:xfrm>
            <a:off x="786600" y="4785120"/>
            <a:ext cx="7482960" cy="39528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0" lang="en" sz="1400" strike="noStrike" u="none">
                <a:solidFill>
                  <a:schemeClr val="dk1"/>
                </a:solidFill>
                <a:uFillTx/>
                <a:latin typeface="Arial"/>
                <a:ea typeface="Arial"/>
              </a:rPr>
              <a:t>Date:10-03-2025                                               IESCE                                            Slide. No:1</a:t>
            </a:r>
            <a:endParaRPr b="0" lang="en-IN" sz="14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 name="PlaceHolder 1"/>
          <p:cNvSpPr>
            <a:spLocks noGrp="1"/>
          </p:cNvSpPr>
          <p:nvPr>
            <p:ph type="subTitle"/>
          </p:nvPr>
        </p:nvSpPr>
        <p:spPr>
          <a:xfrm>
            <a:off x="358560" y="1132200"/>
            <a:ext cx="8519400" cy="3735360"/>
          </a:xfrm>
          <a:prstGeom prst="rect">
            <a:avLst/>
          </a:prstGeom>
          <a:noFill/>
          <a:ln w="0">
            <a:noFill/>
          </a:ln>
        </p:spPr>
        <p:txBody>
          <a:bodyPr lIns="91440" rIns="91440" tIns="91440" bIns="91440" anchor="t">
            <a:normAutofit/>
          </a:bodyPr>
          <a:p>
            <a:pPr algn="ctr">
              <a:lnSpc>
                <a:spcPct val="80000"/>
              </a:lnSpc>
              <a:tabLst>
                <a:tab algn="l" pos="0"/>
              </a:tabLst>
            </a:pPr>
            <a:r>
              <a:rPr b="1" lang="en" sz="2180" strike="noStrike" u="none">
                <a:solidFill>
                  <a:schemeClr val="dk1"/>
                </a:solidFill>
                <a:uFillTx/>
                <a:latin typeface="Times New Roman"/>
                <a:ea typeface="Times New Roman"/>
              </a:rPr>
              <a:t>INTRODUCTION</a:t>
            </a:r>
            <a:endParaRPr b="0" lang="en-IN" sz="2180" strike="noStrike" u="none">
              <a:solidFill>
                <a:srgbClr val="000000"/>
              </a:solidFill>
              <a:uFillTx/>
              <a:latin typeface="Arial"/>
            </a:endParaRPr>
          </a:p>
          <a:p>
            <a:pPr marL="914400">
              <a:lnSpc>
                <a:spcPct val="80000"/>
              </a:lnSpc>
              <a:tabLst>
                <a:tab algn="l" pos="0"/>
              </a:tabLst>
            </a:pPr>
            <a:endParaRPr b="0" lang="en-IN" sz="2180" strike="noStrike" u="none">
              <a:solidFill>
                <a:srgbClr val="000000"/>
              </a:solidFill>
              <a:uFillTx/>
              <a:latin typeface="Arial"/>
            </a:endParaRPr>
          </a:p>
          <a:p>
            <a:pPr marL="457200" indent="-355680" algn="just">
              <a:lnSpc>
                <a:spcPct val="110000"/>
              </a:lnSpc>
              <a:spcBef>
                <a:spcPts val="1191"/>
              </a:spcBef>
              <a:buClr>
                <a:srgbClr val="000000"/>
              </a:buClr>
              <a:buFont typeface="Times New Roman"/>
              <a:buChar char="●"/>
              <a:tabLst>
                <a:tab algn="l" pos="0"/>
              </a:tabLst>
            </a:pPr>
            <a:r>
              <a:rPr b="0" lang="en" sz="2000" strike="noStrike" u="none">
                <a:solidFill>
                  <a:schemeClr val="dk1"/>
                </a:solidFill>
                <a:uFillTx/>
                <a:latin typeface="Times New Roman"/>
                <a:ea typeface="Times New Roman"/>
              </a:rPr>
              <a:t>Smart Shopping Cart aims to enhance the shopping experience by reducing time spent at billing  counters. </a:t>
            </a:r>
            <a:endParaRPr b="0" lang="en-IN" sz="2000" strike="noStrike" u="none">
              <a:solidFill>
                <a:srgbClr val="000000"/>
              </a:solidFill>
              <a:uFillTx/>
              <a:latin typeface="Arial"/>
            </a:endParaRPr>
          </a:p>
          <a:p>
            <a:pPr marL="457200" indent="-355680" algn="just">
              <a:lnSpc>
                <a:spcPct val="110000"/>
              </a:lnSpc>
              <a:spcBef>
                <a:spcPts val="2183"/>
              </a:spcBef>
              <a:buClr>
                <a:srgbClr val="000000"/>
              </a:buClr>
              <a:buFont typeface="Times New Roman"/>
              <a:buChar char="●"/>
              <a:tabLst>
                <a:tab algn="l" pos="0"/>
              </a:tabLst>
            </a:pPr>
            <a:r>
              <a:rPr b="0" lang="en" sz="2000" strike="noStrike" u="none">
                <a:solidFill>
                  <a:schemeClr val="dk1"/>
                </a:solidFill>
                <a:uFillTx/>
                <a:latin typeface="Times New Roman"/>
                <a:ea typeface="Times New Roman"/>
              </a:rPr>
              <a:t>Traditional billing relies on barcode scanning, requiring manual effort and increasing checkout time.</a:t>
            </a:r>
            <a:endParaRPr b="0" lang="en-IN" sz="2000" strike="noStrike" u="none">
              <a:solidFill>
                <a:srgbClr val="000000"/>
              </a:solidFill>
              <a:uFillTx/>
              <a:latin typeface="Arial"/>
            </a:endParaRPr>
          </a:p>
          <a:p>
            <a:pPr marL="457200" indent="-355680">
              <a:lnSpc>
                <a:spcPct val="110000"/>
              </a:lnSpc>
              <a:spcBef>
                <a:spcPts val="2183"/>
              </a:spcBef>
              <a:buClr>
                <a:srgbClr val="000000"/>
              </a:buClr>
              <a:buFont typeface="Times New Roman"/>
              <a:buChar char="●"/>
              <a:tabLst>
                <a:tab algn="l" pos="0"/>
              </a:tabLst>
            </a:pPr>
            <a:r>
              <a:rPr b="0" lang="en" sz="2000" strike="noStrike" u="none">
                <a:solidFill>
                  <a:schemeClr val="dk1"/>
                </a:solidFill>
                <a:uFillTx/>
                <a:latin typeface="Times New Roman"/>
                <a:ea typeface="Times New Roman"/>
              </a:rPr>
              <a:t>The proposed system uses RFID tags instead of barcodes to streamline the shopping process.</a:t>
            </a:r>
            <a:r>
              <a:rPr b="0" lang="en" sz="1000" strike="noStrike" u="none">
                <a:solidFill>
                  <a:schemeClr val="dk1"/>
                </a:solidFill>
                <a:uFillTx/>
                <a:latin typeface="Times New Roman"/>
                <a:ea typeface="Times New Roman"/>
              </a:rPr>
              <a:t> </a:t>
            </a:r>
            <a:endParaRPr b="0" lang="en-IN" sz="1000" strike="noStrike" u="none">
              <a:solidFill>
                <a:srgbClr val="000000"/>
              </a:solidFill>
              <a:uFillTx/>
              <a:latin typeface="Arial"/>
            </a:endParaRPr>
          </a:p>
          <a:p>
            <a:pPr marL="914400" algn="just">
              <a:lnSpc>
                <a:spcPct val="100000"/>
              </a:lnSpc>
              <a:spcBef>
                <a:spcPts val="1993"/>
              </a:spcBef>
              <a:tabLst>
                <a:tab algn="l" pos="0"/>
              </a:tabLst>
            </a:pPr>
            <a:endParaRPr b="0" lang="en-IN" sz="2000" strike="noStrike" u="none">
              <a:solidFill>
                <a:srgbClr val="000000"/>
              </a:solidFill>
              <a:uFillTx/>
              <a:latin typeface="Arial"/>
            </a:endParaRPr>
          </a:p>
        </p:txBody>
      </p:sp>
      <p:pic>
        <p:nvPicPr>
          <p:cNvPr id="34" name="Google Shape;46;p9" descr=""/>
          <p:cNvPicPr/>
          <p:nvPr/>
        </p:nvPicPr>
        <p:blipFill>
          <a:blip r:embed="rId1"/>
          <a:stretch/>
        </p:blipFill>
        <p:spPr>
          <a:xfrm>
            <a:off x="0" y="0"/>
            <a:ext cx="9142920" cy="1060560"/>
          </a:xfrm>
          <a:prstGeom prst="rect">
            <a:avLst/>
          </a:prstGeom>
          <a:noFill/>
          <a:ln w="0">
            <a:noFill/>
          </a:ln>
        </p:spPr>
      </p:pic>
      <p:sp>
        <p:nvSpPr>
          <p:cNvPr id="35" name="Google Shape;47;p9"/>
          <p:cNvSpPr/>
          <p:nvPr/>
        </p:nvSpPr>
        <p:spPr>
          <a:xfrm>
            <a:off x="648720" y="4747680"/>
            <a:ext cx="7630560" cy="39528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0" lang="en" sz="1400" strike="noStrike" u="none">
                <a:solidFill>
                  <a:schemeClr val="dk1"/>
                </a:solidFill>
                <a:uFillTx/>
                <a:latin typeface="Arial"/>
                <a:ea typeface="Arial"/>
              </a:rPr>
              <a:t>Date:10-03-2025                                             IESCE                                            Slide. No: 2</a:t>
            </a:r>
            <a:endParaRPr b="0" lang="en-IN" sz="14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 name="PlaceHolder 1"/>
          <p:cNvSpPr>
            <a:spLocks noGrp="1"/>
          </p:cNvSpPr>
          <p:nvPr>
            <p:ph type="subTitle"/>
          </p:nvPr>
        </p:nvSpPr>
        <p:spPr>
          <a:xfrm>
            <a:off x="358560" y="1132200"/>
            <a:ext cx="8519400" cy="3735360"/>
          </a:xfrm>
          <a:prstGeom prst="rect">
            <a:avLst/>
          </a:prstGeom>
          <a:noFill/>
          <a:ln w="0">
            <a:noFill/>
          </a:ln>
        </p:spPr>
        <p:txBody>
          <a:bodyPr lIns="91440" rIns="91440" tIns="91440" bIns="91440" anchor="t">
            <a:normAutofit/>
          </a:bodyPr>
          <a:p>
            <a:pPr algn="ctr">
              <a:lnSpc>
                <a:spcPct val="80000"/>
              </a:lnSpc>
              <a:tabLst>
                <a:tab algn="l" pos="0"/>
              </a:tabLst>
            </a:pPr>
            <a:r>
              <a:rPr b="1" lang="en" sz="2180" strike="noStrike" u="none">
                <a:solidFill>
                  <a:schemeClr val="dk1"/>
                </a:solidFill>
                <a:uFillTx/>
                <a:latin typeface="Times New Roman"/>
                <a:ea typeface="Times New Roman"/>
              </a:rPr>
              <a:t>INTRODUCTION</a:t>
            </a:r>
            <a:endParaRPr b="0" lang="en-IN" sz="2180" strike="noStrike" u="none">
              <a:solidFill>
                <a:srgbClr val="000000"/>
              </a:solidFill>
              <a:uFillTx/>
              <a:latin typeface="Arial"/>
            </a:endParaRPr>
          </a:p>
          <a:p>
            <a:pPr marL="914400">
              <a:lnSpc>
                <a:spcPct val="80000"/>
              </a:lnSpc>
              <a:tabLst>
                <a:tab algn="l" pos="0"/>
              </a:tabLst>
            </a:pPr>
            <a:endParaRPr b="0" lang="en-IN" sz="2180" strike="noStrike" u="none">
              <a:solidFill>
                <a:srgbClr val="000000"/>
              </a:solidFill>
              <a:uFillTx/>
              <a:latin typeface="Arial"/>
            </a:endParaRPr>
          </a:p>
          <a:p>
            <a:pPr marL="457200" indent="-355680" algn="just">
              <a:lnSpc>
                <a:spcPct val="120000"/>
              </a:lnSpc>
              <a:buClr>
                <a:srgbClr val="000000"/>
              </a:buClr>
              <a:buFont typeface="Times New Roman"/>
              <a:buChar char="●"/>
              <a:tabLst>
                <a:tab algn="l" pos="0"/>
              </a:tabLst>
            </a:pPr>
            <a:r>
              <a:rPr b="0" lang="en" sz="2000" strike="noStrike" u="none">
                <a:solidFill>
                  <a:schemeClr val="dk1"/>
                </a:solidFill>
                <a:uFillTx/>
                <a:latin typeface="Times New Roman"/>
                <a:ea typeface="Times New Roman"/>
              </a:rPr>
              <a:t>Uses an RFID reader with an LCD display mounted on the shopping cart to display the price of each scanned item.</a:t>
            </a:r>
            <a:endParaRPr b="0" lang="en-IN" sz="2000" strike="noStrike" u="none">
              <a:solidFill>
                <a:srgbClr val="000000"/>
              </a:solidFill>
              <a:uFillTx/>
              <a:latin typeface="Arial"/>
            </a:endParaRPr>
          </a:p>
          <a:p>
            <a:pPr marL="457200" indent="-355680">
              <a:lnSpc>
                <a:spcPct val="120000"/>
              </a:lnSpc>
              <a:spcBef>
                <a:spcPts val="1191"/>
              </a:spcBef>
              <a:buClr>
                <a:srgbClr val="000000"/>
              </a:buClr>
              <a:buFont typeface="Times New Roman"/>
              <a:buChar char="●"/>
              <a:tabLst>
                <a:tab algn="l" pos="0"/>
              </a:tabLst>
            </a:pPr>
            <a:r>
              <a:rPr b="0" lang="en" sz="2000" strike="noStrike" u="none">
                <a:solidFill>
                  <a:schemeClr val="dk1"/>
                </a:solidFill>
                <a:uFillTx/>
                <a:latin typeface="Times New Roman"/>
                <a:ea typeface="Times New Roman"/>
              </a:rPr>
              <a:t>Improves overall customer satisfaction and operational efficiency in shopping malls.</a:t>
            </a:r>
            <a:endParaRPr b="0" lang="en-IN" sz="2000" strike="noStrike" u="none">
              <a:solidFill>
                <a:srgbClr val="000000"/>
              </a:solidFill>
              <a:uFillTx/>
              <a:latin typeface="Arial"/>
            </a:endParaRPr>
          </a:p>
        </p:txBody>
      </p:sp>
      <p:pic>
        <p:nvPicPr>
          <p:cNvPr id="37" name="Google Shape;53;p10" descr=""/>
          <p:cNvPicPr/>
          <p:nvPr/>
        </p:nvPicPr>
        <p:blipFill>
          <a:blip r:embed="rId1"/>
          <a:stretch/>
        </p:blipFill>
        <p:spPr>
          <a:xfrm>
            <a:off x="0" y="0"/>
            <a:ext cx="9142920" cy="1060560"/>
          </a:xfrm>
          <a:prstGeom prst="rect">
            <a:avLst/>
          </a:prstGeom>
          <a:noFill/>
          <a:ln w="0">
            <a:noFill/>
          </a:ln>
        </p:spPr>
      </p:pic>
      <p:sp>
        <p:nvSpPr>
          <p:cNvPr id="38" name="Google Shape;54;p10"/>
          <p:cNvSpPr/>
          <p:nvPr/>
        </p:nvSpPr>
        <p:spPr>
          <a:xfrm>
            <a:off x="540000" y="4680000"/>
            <a:ext cx="7808400" cy="39528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0" lang="en" sz="1400" strike="noStrike" u="none">
                <a:solidFill>
                  <a:schemeClr val="dk1"/>
                </a:solidFill>
                <a:uFillTx/>
                <a:latin typeface="Arial"/>
                <a:ea typeface="Arial"/>
              </a:rPr>
              <a:t>Date:10-03-2025                                                 IESCE                                            Slide. No: 3</a:t>
            </a:r>
            <a:endParaRPr b="0" lang="en-IN" sz="14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 name="PlaceHolder 1"/>
          <p:cNvSpPr>
            <a:spLocks noGrp="1"/>
          </p:cNvSpPr>
          <p:nvPr>
            <p:ph type="subTitle"/>
          </p:nvPr>
        </p:nvSpPr>
        <p:spPr>
          <a:xfrm>
            <a:off x="358560" y="1132200"/>
            <a:ext cx="8519400" cy="3735360"/>
          </a:xfrm>
          <a:prstGeom prst="rect">
            <a:avLst/>
          </a:prstGeom>
          <a:noFill/>
          <a:ln w="0">
            <a:noFill/>
          </a:ln>
        </p:spPr>
        <p:txBody>
          <a:bodyPr lIns="91440" rIns="91440" tIns="91440" bIns="91440" anchor="t">
            <a:normAutofit/>
          </a:bodyPr>
          <a:p>
            <a:pPr algn="ctr">
              <a:lnSpc>
                <a:spcPct val="80000"/>
              </a:lnSpc>
              <a:tabLst>
                <a:tab algn="l" pos="0"/>
              </a:tabLst>
            </a:pPr>
            <a:r>
              <a:rPr b="1" lang="en" sz="2180" strike="noStrike" u="none">
                <a:solidFill>
                  <a:schemeClr val="dk1"/>
                </a:solidFill>
                <a:uFillTx/>
                <a:latin typeface="Times New Roman"/>
                <a:ea typeface="Times New Roman"/>
              </a:rPr>
              <a:t>OBJECTIVES</a:t>
            </a:r>
            <a:endParaRPr b="0" lang="en-IN" sz="2180" strike="noStrike" u="none">
              <a:solidFill>
                <a:srgbClr val="000000"/>
              </a:solidFill>
              <a:uFillTx/>
              <a:latin typeface="Arial"/>
            </a:endParaRPr>
          </a:p>
          <a:p>
            <a:pPr algn="ctr">
              <a:lnSpc>
                <a:spcPct val="80000"/>
              </a:lnSpc>
              <a:tabLst>
                <a:tab algn="l" pos="0"/>
              </a:tabLst>
            </a:pPr>
            <a:endParaRPr b="0" lang="en-IN" sz="2180" strike="noStrike" u="none">
              <a:solidFill>
                <a:srgbClr val="000000"/>
              </a:solidFill>
              <a:uFillTx/>
              <a:latin typeface="Arial"/>
            </a:endParaRPr>
          </a:p>
          <a:p>
            <a:pPr marL="457200" indent="-355680">
              <a:lnSpc>
                <a:spcPct val="150000"/>
              </a:lnSpc>
              <a:spcBef>
                <a:spcPts val="1191"/>
              </a:spcBef>
              <a:buClr>
                <a:srgbClr val="000000"/>
              </a:buClr>
              <a:buFont typeface="Times New Roman"/>
              <a:buChar char="●"/>
              <a:tabLst>
                <a:tab algn="l" pos="0"/>
              </a:tabLst>
            </a:pPr>
            <a:r>
              <a:rPr b="0" lang="en" sz="2000" strike="noStrike" u="none">
                <a:solidFill>
                  <a:schemeClr val="dk1"/>
                </a:solidFill>
                <a:uFillTx/>
                <a:latin typeface="Times New Roman"/>
                <a:ea typeface="Times New Roman"/>
              </a:rPr>
              <a:t>Develop an RFID-based smart shopping cart to automate item detection and displaying item details and total cost in real time.</a:t>
            </a:r>
            <a:r>
              <a:rPr b="0" lang="en" sz="1000" strike="noStrike" u="none">
                <a:solidFill>
                  <a:schemeClr val="dk1"/>
                </a:solidFill>
                <a:uFillTx/>
                <a:latin typeface="Times New Roman"/>
                <a:ea typeface="Times New Roman"/>
              </a:rPr>
              <a:t> </a:t>
            </a:r>
            <a:endParaRPr b="0" lang="en-IN" sz="1000" strike="noStrike" u="none">
              <a:solidFill>
                <a:srgbClr val="000000"/>
              </a:solidFill>
              <a:uFillTx/>
              <a:latin typeface="Arial"/>
            </a:endParaRPr>
          </a:p>
        </p:txBody>
      </p:sp>
      <p:pic>
        <p:nvPicPr>
          <p:cNvPr id="40" name="Google Shape;60;p11" descr=""/>
          <p:cNvPicPr/>
          <p:nvPr/>
        </p:nvPicPr>
        <p:blipFill>
          <a:blip r:embed="rId1"/>
          <a:stretch/>
        </p:blipFill>
        <p:spPr>
          <a:xfrm>
            <a:off x="0" y="0"/>
            <a:ext cx="9142920" cy="1060560"/>
          </a:xfrm>
          <a:prstGeom prst="rect">
            <a:avLst/>
          </a:prstGeom>
          <a:noFill/>
          <a:ln w="0">
            <a:noFill/>
          </a:ln>
        </p:spPr>
      </p:pic>
      <p:sp>
        <p:nvSpPr>
          <p:cNvPr id="41" name="Google Shape;61;p11"/>
          <p:cNvSpPr/>
          <p:nvPr/>
        </p:nvSpPr>
        <p:spPr>
          <a:xfrm>
            <a:off x="626040" y="4678560"/>
            <a:ext cx="8646120" cy="39528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0" lang="en" sz="1400" strike="noStrike" u="none">
                <a:solidFill>
                  <a:schemeClr val="dk1"/>
                </a:solidFill>
                <a:uFillTx/>
                <a:latin typeface="Arial"/>
                <a:ea typeface="Arial"/>
              </a:rPr>
              <a:t> </a:t>
            </a:r>
            <a:r>
              <a:rPr b="0" lang="en" sz="1400" strike="noStrike" u="none">
                <a:solidFill>
                  <a:schemeClr val="dk1"/>
                </a:solidFill>
                <a:uFillTx/>
                <a:latin typeface="Arial"/>
                <a:ea typeface="Arial"/>
              </a:rPr>
              <a:t>Date:10-03-2025                                                IESCE                                            Slide. No: 4</a:t>
            </a:r>
            <a:endParaRPr b="0" lang="en-IN" sz="14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2" name="Google Shape;66;p12" descr=""/>
          <p:cNvPicPr/>
          <p:nvPr/>
        </p:nvPicPr>
        <p:blipFill>
          <a:blip r:embed="rId1"/>
          <a:stretch/>
        </p:blipFill>
        <p:spPr>
          <a:xfrm>
            <a:off x="0" y="0"/>
            <a:ext cx="9142920" cy="1060560"/>
          </a:xfrm>
          <a:prstGeom prst="rect">
            <a:avLst/>
          </a:prstGeom>
          <a:noFill/>
          <a:ln w="0">
            <a:noFill/>
          </a:ln>
        </p:spPr>
      </p:pic>
      <p:sp>
        <p:nvSpPr>
          <p:cNvPr id="43" name="Google Shape;67;p12"/>
          <p:cNvSpPr/>
          <p:nvPr/>
        </p:nvSpPr>
        <p:spPr>
          <a:xfrm>
            <a:off x="365040" y="4678560"/>
            <a:ext cx="8646120" cy="39528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0" lang="en" sz="1400" strike="noStrike" u="none">
                <a:solidFill>
                  <a:schemeClr val="dk1"/>
                </a:solidFill>
                <a:uFillTx/>
                <a:latin typeface="Arial"/>
                <a:ea typeface="Arial"/>
              </a:rPr>
              <a:t> </a:t>
            </a:r>
            <a:r>
              <a:rPr b="0" lang="en" sz="1400" strike="noStrike" u="none">
                <a:solidFill>
                  <a:schemeClr val="dk1"/>
                </a:solidFill>
                <a:uFillTx/>
                <a:latin typeface="Arial"/>
                <a:ea typeface="Arial"/>
              </a:rPr>
              <a:t>Date:10-03-2025                                                IESCE                                            Slide. No: 5</a:t>
            </a:r>
            <a:endParaRPr b="0" lang="en-IN" sz="1400" strike="noStrike" u="none">
              <a:solidFill>
                <a:srgbClr val="000000"/>
              </a:solidFill>
              <a:uFillTx/>
              <a:latin typeface="Arial"/>
            </a:endParaRPr>
          </a:p>
        </p:txBody>
      </p:sp>
      <p:sp>
        <p:nvSpPr>
          <p:cNvPr id="44" name="Google Shape;68;p12"/>
          <p:cNvSpPr/>
          <p:nvPr/>
        </p:nvSpPr>
        <p:spPr>
          <a:xfrm>
            <a:off x="943200" y="195120"/>
            <a:ext cx="7714440" cy="46080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endParaRPr b="0" lang="en-IN" sz="1400" strike="noStrike" u="none">
              <a:solidFill>
                <a:srgbClr val="000000"/>
              </a:solidFill>
              <a:uFillTx/>
              <a:latin typeface="Arial"/>
            </a:endParaRPr>
          </a:p>
        </p:txBody>
      </p:sp>
      <p:sp>
        <p:nvSpPr>
          <p:cNvPr id="45" name="Google Shape;69;p12"/>
          <p:cNvSpPr/>
          <p:nvPr/>
        </p:nvSpPr>
        <p:spPr>
          <a:xfrm>
            <a:off x="0" y="1776600"/>
            <a:ext cx="9091800" cy="2837160"/>
          </a:xfrm>
          <a:prstGeom prst="rect">
            <a:avLst/>
          </a:prstGeom>
          <a:noFill/>
          <a:ln w="0">
            <a:noFill/>
          </a:ln>
        </p:spPr>
        <p:style>
          <a:lnRef idx="0"/>
          <a:fillRef idx="0"/>
          <a:effectRef idx="0"/>
          <a:fontRef idx="minor"/>
        </p:style>
        <p:txBody>
          <a:bodyPr lIns="90000" rIns="90000" tIns="91440" bIns="91440" anchor="t">
            <a:noAutofit/>
          </a:bodyPr>
          <a:p>
            <a:pPr marL="457200" indent="-355680" algn="just">
              <a:lnSpc>
                <a:spcPct val="130000"/>
              </a:lnSpc>
              <a:buClr>
                <a:srgbClr val="000000"/>
              </a:buClr>
              <a:buFont typeface="Times New Roman"/>
              <a:buChar char="●"/>
            </a:pPr>
            <a:r>
              <a:rPr b="0" lang="en" sz="2000" strike="noStrike" u="none">
                <a:solidFill>
                  <a:schemeClr val="dk1"/>
                </a:solidFill>
                <a:uFillTx/>
                <a:latin typeface="Times New Roman"/>
                <a:ea typeface="Times New Roman"/>
              </a:rPr>
              <a:t>The existing system relies on barcode scanning, requiring each item to be scanned manually at the checkout counter.</a:t>
            </a:r>
            <a:endParaRPr b="0" lang="en-IN" sz="2000" strike="noStrike" u="none">
              <a:solidFill>
                <a:srgbClr val="000000"/>
              </a:solidFill>
              <a:uFillTx/>
              <a:latin typeface="Arial"/>
            </a:endParaRPr>
          </a:p>
          <a:p>
            <a:pPr marL="457200" indent="-355680" algn="just">
              <a:lnSpc>
                <a:spcPct val="130000"/>
              </a:lnSpc>
              <a:spcBef>
                <a:spcPts val="1191"/>
              </a:spcBef>
              <a:buClr>
                <a:srgbClr val="000000"/>
              </a:buClr>
              <a:buFont typeface="Times New Roman"/>
              <a:buChar char="●"/>
            </a:pPr>
            <a:r>
              <a:rPr b="0" lang="en" sz="2000" strike="noStrike" u="none">
                <a:solidFill>
                  <a:schemeClr val="dk1"/>
                </a:solidFill>
                <a:uFillTx/>
                <a:latin typeface="Times New Roman"/>
                <a:ea typeface="Times New Roman"/>
              </a:rPr>
              <a:t>Manual scanning in traditional billing systems increases the chances of human errors, such as scanning the wrong item, multiple scans, or missed items, resulting in inaccurate billing. </a:t>
            </a:r>
            <a:endParaRPr b="0" lang="en-IN" sz="2000" strike="noStrike" u="none">
              <a:solidFill>
                <a:srgbClr val="000000"/>
              </a:solidFill>
              <a:uFillTx/>
              <a:latin typeface="Arial"/>
            </a:endParaRPr>
          </a:p>
        </p:txBody>
      </p:sp>
      <p:sp>
        <p:nvSpPr>
          <p:cNvPr id="46" name="Google Shape;70;p12"/>
          <p:cNvSpPr/>
          <p:nvPr/>
        </p:nvSpPr>
        <p:spPr>
          <a:xfrm>
            <a:off x="192600" y="1061640"/>
            <a:ext cx="8519400" cy="714240"/>
          </a:xfrm>
          <a:prstGeom prst="rect">
            <a:avLst/>
          </a:prstGeom>
          <a:noFill/>
          <a:ln w="0">
            <a:noFill/>
          </a:ln>
        </p:spPr>
        <p:style>
          <a:lnRef idx="0"/>
          <a:fillRef idx="0"/>
          <a:effectRef idx="0"/>
          <a:fontRef idx="minor"/>
        </p:style>
        <p:txBody>
          <a:bodyPr lIns="90000" rIns="90000" tIns="91440" bIns="91440" anchor="t">
            <a:normAutofit/>
          </a:bodyPr>
          <a:p>
            <a:pPr algn="ctr">
              <a:lnSpc>
                <a:spcPct val="80000"/>
              </a:lnSpc>
              <a:tabLst>
                <a:tab algn="l" pos="0"/>
              </a:tabLst>
            </a:pPr>
            <a:r>
              <a:rPr b="1" lang="en" sz="2200" strike="noStrike" u="none">
                <a:solidFill>
                  <a:schemeClr val="dk1"/>
                </a:solidFill>
                <a:uFillTx/>
                <a:latin typeface="Times New Roman"/>
                <a:ea typeface="Times New Roman"/>
              </a:rPr>
              <a:t>        </a:t>
            </a:r>
            <a:r>
              <a:rPr b="1" lang="en" sz="2200" strike="noStrike" u="none">
                <a:solidFill>
                  <a:schemeClr val="dk1"/>
                </a:solidFill>
                <a:uFillTx/>
                <a:latin typeface="Times New Roman"/>
                <a:ea typeface="Times New Roman"/>
              </a:rPr>
              <a:t>EXISTING SYSTEM</a:t>
            </a:r>
            <a:endParaRPr b="0" lang="en-IN" sz="22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 name="PlaceHolder 1"/>
          <p:cNvSpPr>
            <a:spLocks noGrp="1"/>
          </p:cNvSpPr>
          <p:nvPr>
            <p:ph type="title"/>
          </p:nvPr>
        </p:nvSpPr>
        <p:spPr>
          <a:xfrm>
            <a:off x="0" y="0"/>
            <a:ext cx="9142920" cy="1060560"/>
          </a:xfrm>
          <a:prstGeom prst="rect">
            <a:avLst/>
          </a:prstGeom>
          <a:noFill/>
          <a:ln w="0">
            <a:noFill/>
          </a:ln>
        </p:spPr>
        <p:txBody>
          <a:bodyPr lIns="91440" rIns="91440" tIns="91440" bIns="91440" anchor="b">
            <a:normAutofit/>
          </a:bodyPr>
          <a:p>
            <a:pPr indent="0" algn="ctr">
              <a:buNone/>
            </a:pPr>
            <a:endParaRPr b="0" lang="en-IN" sz="1800" strike="noStrike" u="none">
              <a:solidFill>
                <a:srgbClr val="000000"/>
              </a:solidFill>
              <a:uFillTx/>
              <a:latin typeface="Arial"/>
            </a:endParaRPr>
          </a:p>
        </p:txBody>
      </p:sp>
      <p:sp>
        <p:nvSpPr>
          <p:cNvPr id="48" name="PlaceHolder 2"/>
          <p:cNvSpPr>
            <a:spLocks noGrp="1"/>
          </p:cNvSpPr>
          <p:nvPr>
            <p:ph type="subTitle"/>
          </p:nvPr>
        </p:nvSpPr>
        <p:spPr>
          <a:xfrm>
            <a:off x="192240" y="1061640"/>
            <a:ext cx="8519400" cy="714240"/>
          </a:xfrm>
          <a:prstGeom prst="rect">
            <a:avLst/>
          </a:prstGeom>
          <a:noFill/>
          <a:ln w="0">
            <a:noFill/>
          </a:ln>
        </p:spPr>
        <p:txBody>
          <a:bodyPr lIns="91440" rIns="91440" tIns="91440" bIns="91440" anchor="t">
            <a:normAutofit/>
          </a:bodyPr>
          <a:p>
            <a:pPr indent="0" algn="ctr">
              <a:lnSpc>
                <a:spcPct val="80000"/>
              </a:lnSpc>
              <a:buNone/>
              <a:tabLst>
                <a:tab algn="l" pos="0"/>
              </a:tabLst>
            </a:pPr>
            <a:r>
              <a:rPr b="1" lang="en" sz="2200" strike="noStrike" u="none">
                <a:solidFill>
                  <a:schemeClr val="dk1"/>
                </a:solidFill>
                <a:uFillTx/>
                <a:latin typeface="Times New Roman"/>
                <a:ea typeface="Times New Roman"/>
              </a:rPr>
              <a:t>        </a:t>
            </a:r>
            <a:r>
              <a:rPr b="1" lang="en" sz="2200" strike="noStrike" u="none">
                <a:solidFill>
                  <a:schemeClr val="dk1"/>
                </a:solidFill>
                <a:uFillTx/>
                <a:latin typeface="Times New Roman"/>
                <a:ea typeface="Times New Roman"/>
              </a:rPr>
              <a:t>EXISTING SYSTEM</a:t>
            </a:r>
            <a:endParaRPr b="0" lang="en-IN" sz="2200" strike="noStrike" u="none">
              <a:solidFill>
                <a:srgbClr val="000000"/>
              </a:solidFill>
              <a:uFillTx/>
              <a:latin typeface="Arial"/>
            </a:endParaRPr>
          </a:p>
        </p:txBody>
      </p:sp>
      <p:pic>
        <p:nvPicPr>
          <p:cNvPr id="49" name="Google Shape;77;p13" descr=""/>
          <p:cNvPicPr/>
          <p:nvPr/>
        </p:nvPicPr>
        <p:blipFill>
          <a:blip r:embed="rId1"/>
          <a:stretch/>
        </p:blipFill>
        <p:spPr>
          <a:xfrm>
            <a:off x="0" y="0"/>
            <a:ext cx="9142920" cy="1060560"/>
          </a:xfrm>
          <a:prstGeom prst="rect">
            <a:avLst/>
          </a:prstGeom>
          <a:noFill/>
          <a:ln w="0">
            <a:noFill/>
          </a:ln>
        </p:spPr>
      </p:pic>
      <p:sp>
        <p:nvSpPr>
          <p:cNvPr id="50" name="Google Shape;78;p13"/>
          <p:cNvSpPr/>
          <p:nvPr/>
        </p:nvSpPr>
        <p:spPr>
          <a:xfrm>
            <a:off x="0" y="1776600"/>
            <a:ext cx="9091800" cy="2440800"/>
          </a:xfrm>
          <a:prstGeom prst="rect">
            <a:avLst/>
          </a:prstGeom>
          <a:noFill/>
          <a:ln w="0">
            <a:noFill/>
          </a:ln>
        </p:spPr>
        <p:style>
          <a:lnRef idx="0"/>
          <a:fillRef idx="0"/>
          <a:effectRef idx="0"/>
          <a:fontRef idx="minor"/>
        </p:style>
        <p:txBody>
          <a:bodyPr lIns="90000" rIns="90000" tIns="91440" bIns="91440" anchor="t">
            <a:noAutofit/>
          </a:bodyPr>
          <a:p>
            <a:pPr marL="457200" indent="-355680" algn="just">
              <a:lnSpc>
                <a:spcPct val="130000"/>
              </a:lnSpc>
              <a:buClr>
                <a:srgbClr val="000000"/>
              </a:buClr>
              <a:buFont typeface="Times New Roman"/>
              <a:buChar char="●"/>
            </a:pPr>
            <a:r>
              <a:rPr b="0" lang="en" sz="2000" strike="noStrike" u="none">
                <a:solidFill>
                  <a:schemeClr val="dk1"/>
                </a:solidFill>
                <a:uFillTx/>
                <a:latin typeface="Times New Roman"/>
                <a:ea typeface="Times New Roman"/>
              </a:rPr>
              <a:t>The dependency on barcode scanners means that damaged or missing barcodes can cause delays and require manual price entry. </a:t>
            </a:r>
            <a:endParaRPr b="0" lang="en-IN" sz="2000" strike="noStrike" u="none">
              <a:solidFill>
                <a:srgbClr val="000000"/>
              </a:solidFill>
              <a:uFillTx/>
              <a:latin typeface="Arial"/>
            </a:endParaRPr>
          </a:p>
          <a:p>
            <a:pPr marL="457200" indent="-355680" algn="just">
              <a:lnSpc>
                <a:spcPct val="130000"/>
              </a:lnSpc>
              <a:spcBef>
                <a:spcPts val="1191"/>
              </a:spcBef>
              <a:buClr>
                <a:srgbClr val="000000"/>
              </a:buClr>
              <a:buFont typeface="Times New Roman"/>
              <a:buChar char="●"/>
            </a:pPr>
            <a:r>
              <a:rPr b="0" lang="en" sz="2000" strike="noStrike" u="none">
                <a:solidFill>
                  <a:schemeClr val="dk1"/>
                </a:solidFill>
                <a:uFillTx/>
                <a:latin typeface="Times New Roman"/>
                <a:ea typeface="Times New Roman"/>
              </a:rPr>
              <a:t>Customers need to remove items from their carts for scanning, which adds inconvenience and increases the overall shopping time. </a:t>
            </a:r>
            <a:endParaRPr b="0" lang="en-IN" sz="2000" strike="noStrike" u="none">
              <a:solidFill>
                <a:srgbClr val="000000"/>
              </a:solidFill>
              <a:uFillTx/>
              <a:latin typeface="Arial"/>
            </a:endParaRPr>
          </a:p>
        </p:txBody>
      </p:sp>
      <p:sp>
        <p:nvSpPr>
          <p:cNvPr id="51" name="Google Shape;79;p13"/>
          <p:cNvSpPr/>
          <p:nvPr/>
        </p:nvSpPr>
        <p:spPr>
          <a:xfrm>
            <a:off x="262440" y="4677480"/>
            <a:ext cx="8661600" cy="33372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0" lang="en" sz="1400" strike="noStrike" u="none">
                <a:solidFill>
                  <a:schemeClr val="dk1"/>
                </a:solidFill>
                <a:uFillTx/>
                <a:latin typeface="Arial"/>
                <a:ea typeface="Arial"/>
              </a:rPr>
              <a:t>Date:10-03-2025                                                IESCE                                            Slide. No: 6</a:t>
            </a:r>
            <a:endParaRPr b="0" lang="en-IN" sz="1400" strike="noStrike" u="none">
              <a:solidFill>
                <a:srgbClr val="000000"/>
              </a:solidFill>
              <a:uFillTx/>
              <a:latin typeface="Arial"/>
            </a:endParaRPr>
          </a:p>
          <a:p>
            <a:pPr>
              <a:lnSpc>
                <a:spcPct val="100000"/>
              </a:lnSpc>
              <a:tabLst>
                <a:tab algn="l" pos="0"/>
              </a:tabLst>
            </a:pPr>
            <a:endParaRPr b="0" lang="en-IN" sz="18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2" name="Google Shape;85;p14" descr=""/>
          <p:cNvPicPr/>
          <p:nvPr/>
        </p:nvPicPr>
        <p:blipFill>
          <a:blip r:embed="rId1"/>
          <a:stretch/>
        </p:blipFill>
        <p:spPr>
          <a:xfrm>
            <a:off x="0" y="-81360"/>
            <a:ext cx="9142920" cy="1060560"/>
          </a:xfrm>
          <a:prstGeom prst="rect">
            <a:avLst/>
          </a:prstGeom>
          <a:noFill/>
          <a:ln w="0">
            <a:noFill/>
          </a:ln>
        </p:spPr>
      </p:pic>
      <p:sp>
        <p:nvSpPr>
          <p:cNvPr id="53" name="Google Shape;86;p14"/>
          <p:cNvSpPr/>
          <p:nvPr/>
        </p:nvSpPr>
        <p:spPr>
          <a:xfrm>
            <a:off x="543960" y="4807800"/>
            <a:ext cx="8295120" cy="39528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0" lang="en" sz="1400" strike="noStrike" u="none">
                <a:solidFill>
                  <a:schemeClr val="dk1"/>
                </a:solidFill>
                <a:uFillTx/>
                <a:latin typeface="Arial"/>
                <a:ea typeface="Arial"/>
              </a:rPr>
              <a:t>Date:10-03-2025                                               IESCE                                            Slide. No: 7</a:t>
            </a:r>
            <a:endParaRPr b="0" lang="en-IN" sz="1400" strike="noStrike" u="none">
              <a:solidFill>
                <a:srgbClr val="000000"/>
              </a:solidFill>
              <a:uFillTx/>
              <a:latin typeface="Arial"/>
            </a:endParaRPr>
          </a:p>
        </p:txBody>
      </p:sp>
      <p:graphicFrame>
        <p:nvGraphicFramePr>
          <p:cNvPr id="54" name="Google Shape;87;p14"/>
          <p:cNvGraphicFramePr/>
          <p:nvPr/>
        </p:nvGraphicFramePr>
        <p:xfrm>
          <a:off x="145440" y="1334880"/>
          <a:ext cx="8849160" cy="3325680"/>
        </p:xfrm>
        <a:graphic>
          <a:graphicData uri="http://schemas.openxmlformats.org/drawingml/2006/table">
            <a:tbl>
              <a:tblPr/>
              <a:tblGrid>
                <a:gridCol w="819720"/>
                <a:gridCol w="2831400"/>
                <a:gridCol w="2986200"/>
                <a:gridCol w="2212200"/>
              </a:tblGrid>
              <a:tr h="707400">
                <a:tc>
                  <a:txBody>
                    <a:bodyPr lIns="90720" rIns="90720" anchor="t">
                      <a:noAutofit/>
                    </a:bodyPr>
                    <a:p>
                      <a:pPr>
                        <a:lnSpc>
                          <a:spcPct val="100000"/>
                        </a:lnSpc>
                        <a:tabLst>
                          <a:tab algn="l" pos="0"/>
                        </a:tabLst>
                      </a:pPr>
                      <a:r>
                        <a:rPr b="1" lang="en" sz="1600" strike="noStrike" u="none">
                          <a:solidFill>
                            <a:schemeClr val="lt1"/>
                          </a:solidFill>
                          <a:uFillTx/>
                          <a:latin typeface="Times New Roman"/>
                          <a:ea typeface="Times New Roman"/>
                        </a:rPr>
                        <a:t>SL NO</a:t>
                      </a:r>
                      <a:endParaRPr b="0" lang="en-IN" sz="1600" strike="noStrike" u="none">
                        <a:solidFill>
                          <a:srgbClr val="ffffff"/>
                        </a:solidFill>
                        <a:uFillTx/>
                        <a:latin typeface="Arial"/>
                      </a:endParaRPr>
                    </a:p>
                  </a:txBody>
                  <a:tcPr anchor="t" marL="90720" marR="9072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solidFill>
                      <a:srgbClr val="000000"/>
                    </a:solidFill>
                  </a:tcPr>
                </a:tc>
                <a:tc>
                  <a:txBody>
                    <a:bodyPr lIns="90720" rIns="90720" anchor="t">
                      <a:noAutofit/>
                    </a:bodyPr>
                    <a:p>
                      <a:pPr algn="ctr">
                        <a:lnSpc>
                          <a:spcPct val="100000"/>
                        </a:lnSpc>
                        <a:tabLst>
                          <a:tab algn="l" pos="0"/>
                        </a:tabLst>
                      </a:pPr>
                      <a:r>
                        <a:rPr b="1" lang="en" sz="1600" strike="noStrike" u="none">
                          <a:solidFill>
                            <a:schemeClr val="lt1"/>
                          </a:solidFill>
                          <a:uFillTx/>
                          <a:latin typeface="Times New Roman"/>
                          <a:ea typeface="Times New Roman"/>
                        </a:rPr>
                        <a:t>Name of the Paper</a:t>
                      </a:r>
                      <a:endParaRPr b="0" lang="en-IN" sz="1600" strike="noStrike" u="none">
                        <a:solidFill>
                          <a:srgbClr val="ffffff"/>
                        </a:solidFill>
                        <a:uFillTx/>
                        <a:latin typeface="Arial"/>
                      </a:endParaRPr>
                    </a:p>
                  </a:txBody>
                  <a:tcPr anchor="t" marL="90720" marR="9072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solidFill>
                      <a:srgbClr val="000000"/>
                    </a:solidFill>
                  </a:tcPr>
                </a:tc>
                <a:tc>
                  <a:txBody>
                    <a:bodyPr lIns="90720" rIns="90720" anchor="t">
                      <a:noAutofit/>
                    </a:bodyPr>
                    <a:p>
                      <a:pPr algn="ctr">
                        <a:lnSpc>
                          <a:spcPct val="100000"/>
                        </a:lnSpc>
                        <a:tabLst>
                          <a:tab algn="l" pos="0"/>
                        </a:tabLst>
                      </a:pPr>
                      <a:r>
                        <a:rPr b="1" lang="en" sz="1600" strike="noStrike" u="none">
                          <a:solidFill>
                            <a:schemeClr val="lt1"/>
                          </a:solidFill>
                          <a:uFillTx/>
                          <a:latin typeface="Times New Roman"/>
                          <a:ea typeface="Times New Roman"/>
                        </a:rPr>
                        <a:t>Outcome</a:t>
                      </a:r>
                      <a:endParaRPr b="0" lang="en-IN" sz="1600" strike="noStrike" u="none">
                        <a:solidFill>
                          <a:srgbClr val="ffffff"/>
                        </a:solidFill>
                        <a:uFillTx/>
                        <a:latin typeface="Arial"/>
                      </a:endParaRPr>
                    </a:p>
                  </a:txBody>
                  <a:tcPr anchor="t" marL="90720" marR="9072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solidFill>
                      <a:srgbClr val="000000"/>
                    </a:solidFill>
                  </a:tcPr>
                </a:tc>
                <a:tc>
                  <a:txBody>
                    <a:bodyPr lIns="90720" rIns="90720" anchor="t">
                      <a:noAutofit/>
                    </a:bodyPr>
                    <a:p>
                      <a:pPr>
                        <a:lnSpc>
                          <a:spcPct val="100000"/>
                        </a:lnSpc>
                        <a:tabLst>
                          <a:tab algn="l" pos="0"/>
                        </a:tabLst>
                      </a:pPr>
                      <a:r>
                        <a:rPr b="1" lang="en" sz="1600" strike="noStrike" u="none">
                          <a:solidFill>
                            <a:schemeClr val="lt1"/>
                          </a:solidFill>
                          <a:uFillTx/>
                          <a:latin typeface="Times New Roman"/>
                          <a:ea typeface="Times New Roman"/>
                        </a:rPr>
                        <a:t>Author and Publication Details</a:t>
                      </a:r>
                      <a:endParaRPr b="0" lang="en-IN" sz="1600" strike="noStrike" u="none">
                        <a:solidFill>
                          <a:srgbClr val="ffffff"/>
                        </a:solidFill>
                        <a:uFillTx/>
                        <a:latin typeface="Arial"/>
                      </a:endParaRPr>
                    </a:p>
                  </a:txBody>
                  <a:tcPr anchor="t" marL="90720" marR="90720">
                    <a:lnL w="9360">
                      <a:solidFill>
                        <a:srgbClr val="9e9e9e"/>
                      </a:solidFill>
                      <a:prstDash val="solid"/>
                    </a:lnL>
                    <a:lnR w="9360">
                      <a:solidFill>
                        <a:srgbClr val="9e9e9e"/>
                      </a:solidFill>
                      <a:prstDash val="solid"/>
                    </a:lnR>
                    <a:lnT w="9360">
                      <a:solidFill>
                        <a:srgbClr val="9e9e9e"/>
                      </a:solidFill>
                      <a:prstDash val="solid"/>
                    </a:lnT>
                    <a:lnB w="9360">
                      <a:solidFill>
                        <a:srgbClr val="1a1a1a"/>
                      </a:solidFill>
                      <a:prstDash val="solid"/>
                    </a:lnB>
                    <a:solidFill>
                      <a:srgbClr val="000000"/>
                    </a:solidFill>
                  </a:tcPr>
                </a:tc>
              </a:tr>
              <a:tr h="2362320">
                <a:tc>
                  <a:txBody>
                    <a:bodyPr lIns="90720" rIns="90720" anchor="ctr">
                      <a:noAutofit/>
                    </a:bodyPr>
                    <a:p>
                      <a:pPr algn="ctr">
                        <a:lnSpc>
                          <a:spcPct val="100000"/>
                        </a:lnSpc>
                        <a:tabLst>
                          <a:tab algn="l" pos="0"/>
                        </a:tabLst>
                      </a:pPr>
                      <a:r>
                        <a:rPr b="0" lang="en" sz="1400" strike="noStrike" u="none">
                          <a:solidFill>
                            <a:srgbClr val="000000"/>
                          </a:solidFill>
                          <a:uFillTx/>
                          <a:latin typeface="Arial"/>
                          <a:ea typeface="Arial"/>
                        </a:rPr>
                        <a:t>1</a:t>
                      </a:r>
                      <a:endParaRPr b="0" lang="en-IN" sz="1400" strike="noStrike" u="none">
                        <a:solidFill>
                          <a:srgbClr val="000000"/>
                        </a:solidFill>
                        <a:uFillTx/>
                        <a:latin typeface="Arial"/>
                      </a:endParaRPr>
                    </a:p>
                  </a:txBody>
                  <a:tcPr anchor="ctr" marL="90720" marR="9072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noFill/>
                  </a:tcPr>
                </a:tc>
                <a:tc>
                  <a:txBody>
                    <a:bodyPr lIns="90720" rIns="90720" anchor="ctr">
                      <a:noAutofit/>
                    </a:bodyPr>
                    <a:p>
                      <a:pPr>
                        <a:lnSpc>
                          <a:spcPct val="100000"/>
                        </a:lnSpc>
                        <a:tabLst>
                          <a:tab algn="l" pos="0"/>
                        </a:tabLst>
                      </a:pPr>
                      <a:r>
                        <a:rPr b="0" lang="en" sz="1400" strike="noStrike" u="none">
                          <a:solidFill>
                            <a:schemeClr val="dk1"/>
                          </a:solidFill>
                          <a:uFillTx/>
                          <a:latin typeface="Times New Roman"/>
                          <a:ea typeface="Times New Roman"/>
                        </a:rPr>
                        <a:t>Data transmission using RFID system on smart shopping carts for checkout process efficiency in supermarket at indonesia</a:t>
                      </a:r>
                      <a:endParaRPr b="0" lang="en-IN" sz="1400" strike="noStrike" u="none">
                        <a:solidFill>
                          <a:srgbClr val="000000"/>
                        </a:solidFill>
                        <a:uFillTx/>
                        <a:latin typeface="Arial"/>
                      </a:endParaRPr>
                    </a:p>
                  </a:txBody>
                  <a:tcPr anchor="ctr" marL="90720" marR="9072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noFill/>
                  </a:tcPr>
                </a:tc>
                <a:tc>
                  <a:txBody>
                    <a:bodyPr lIns="90720" rIns="90720" anchor="ctr">
                      <a:noAutofit/>
                    </a:bodyPr>
                    <a:p>
                      <a:pPr marL="457200" indent="-307800" algn="just">
                        <a:lnSpc>
                          <a:spcPct val="100000"/>
                        </a:lnSpc>
                        <a:buClr>
                          <a:srgbClr val="000000"/>
                        </a:buClr>
                        <a:buFont typeface="Times New Roman"/>
                        <a:buChar char="●"/>
                      </a:pPr>
                      <a:r>
                        <a:rPr b="0" lang="en" sz="1250" strike="noStrike" u="none">
                          <a:solidFill>
                            <a:srgbClr val="000000"/>
                          </a:solidFill>
                          <a:uFillTx/>
                          <a:latin typeface="Times New Roman"/>
                          <a:ea typeface="Times New Roman"/>
                        </a:rPr>
                        <a:t>The project resulted in the successful implementation of a Smart Shopping System, which reduced queue times by allowing customers to self-scan items, thus making the checkout process more efficient and convenient.</a:t>
                      </a:r>
                      <a:endParaRPr b="0" lang="en-IN" sz="1250" strike="noStrike" u="none">
                        <a:solidFill>
                          <a:srgbClr val="000000"/>
                        </a:solidFill>
                        <a:uFillTx/>
                        <a:latin typeface="Arial"/>
                      </a:endParaRPr>
                    </a:p>
                    <a:p>
                      <a:pPr marL="457200" indent="-307800" algn="just">
                        <a:lnSpc>
                          <a:spcPct val="100000"/>
                        </a:lnSpc>
                        <a:spcBef>
                          <a:spcPts val="567"/>
                        </a:spcBef>
                        <a:buClr>
                          <a:srgbClr val="000000"/>
                        </a:buClr>
                        <a:buFont typeface="Times New Roman"/>
                        <a:buChar char="●"/>
                      </a:pPr>
                      <a:r>
                        <a:rPr b="0" lang="en" sz="1250" strike="noStrike" u="none">
                          <a:solidFill>
                            <a:srgbClr val="000000"/>
                          </a:solidFill>
                          <a:uFillTx/>
                          <a:latin typeface="Times New Roman"/>
                          <a:ea typeface="Times New Roman"/>
                        </a:rPr>
                        <a:t>Customers need to familiarize themselves with the self-scanning feature and smartphone app, including scanning items, checking prices, and managing shopping lists. Some may face a learning curve while adapting to this technology. </a:t>
                      </a:r>
                      <a:endParaRPr b="0" lang="en-IN" sz="1250" strike="noStrike" u="none">
                        <a:solidFill>
                          <a:srgbClr val="000000"/>
                        </a:solidFill>
                        <a:uFillTx/>
                        <a:latin typeface="Arial"/>
                      </a:endParaRPr>
                    </a:p>
                  </a:txBody>
                  <a:tcPr anchor="ctr" marL="90720" marR="90720">
                    <a:lnL w="9360">
                      <a:solidFill>
                        <a:srgbClr val="9e9e9e"/>
                      </a:solidFill>
                      <a:prstDash val="solid"/>
                    </a:lnL>
                    <a:lnR w="9360">
                      <a:solidFill>
                        <a:srgbClr val="1a1a1a"/>
                      </a:solidFill>
                      <a:prstDash val="solid"/>
                    </a:lnR>
                    <a:lnT w="9360">
                      <a:solidFill>
                        <a:srgbClr val="9e9e9e"/>
                      </a:solidFill>
                      <a:prstDash val="solid"/>
                    </a:lnT>
                    <a:lnB w="9360">
                      <a:solidFill>
                        <a:srgbClr val="9e9e9e"/>
                      </a:solidFill>
                      <a:prstDash val="solid"/>
                    </a:lnB>
                    <a:noFill/>
                  </a:tcPr>
                </a:tc>
                <a:tc>
                  <a:txBody>
                    <a:bodyPr lIns="90720" rIns="90720" anchor="ctr">
                      <a:noAutofit/>
                    </a:bodyPr>
                    <a:p>
                      <a:pPr>
                        <a:lnSpc>
                          <a:spcPct val="100000"/>
                        </a:lnSpc>
                        <a:tabLst>
                          <a:tab algn="l" pos="0"/>
                        </a:tabLst>
                      </a:pPr>
                      <a:r>
                        <a:rPr b="0" lang="en" sz="1400" strike="noStrike" u="none">
                          <a:solidFill>
                            <a:schemeClr val="dk1"/>
                          </a:solidFill>
                          <a:uFillTx/>
                          <a:latin typeface="Times New Roman"/>
                          <a:ea typeface="Times New Roman"/>
                        </a:rPr>
                        <a:t>Martinusa , Metta Saridewi Wahaba , Yudia, Hanry Ham, published in the journal Procedia Computer Science, volume 179 on January 1, 2021 </a:t>
                      </a:r>
                      <a:endParaRPr b="0" lang="en-IN" sz="1400" strike="noStrike" u="none">
                        <a:solidFill>
                          <a:srgbClr val="000000"/>
                        </a:solidFill>
                        <a:uFillTx/>
                        <a:latin typeface="Arial"/>
                      </a:endParaRPr>
                    </a:p>
                  </a:txBody>
                  <a:tcPr anchor="ctr" marL="90720" marR="90720">
                    <a:lnL w="9360">
                      <a:solidFill>
                        <a:srgbClr val="1a1a1a"/>
                      </a:solidFill>
                      <a:prstDash val="solid"/>
                    </a:lnL>
                    <a:lnR w="9360">
                      <a:solidFill>
                        <a:srgbClr val="1a1a1a"/>
                      </a:solidFill>
                      <a:prstDash val="solid"/>
                    </a:lnR>
                    <a:lnT w="9360">
                      <a:solidFill>
                        <a:srgbClr val="1a1a1a"/>
                      </a:solidFill>
                      <a:prstDash val="solid"/>
                    </a:lnT>
                    <a:lnB w="9360">
                      <a:solidFill>
                        <a:srgbClr val="1a1a1a"/>
                      </a:solidFill>
                      <a:prstDash val="solid"/>
                    </a:lnB>
                    <a:noFill/>
                  </a:tcPr>
                </a:tc>
              </a:tr>
            </a:tbl>
          </a:graphicData>
        </a:graphic>
      </p:graphicFrame>
      <p:sp>
        <p:nvSpPr>
          <p:cNvPr id="55" name="Google Shape;88;p14"/>
          <p:cNvSpPr/>
          <p:nvPr/>
        </p:nvSpPr>
        <p:spPr>
          <a:xfrm>
            <a:off x="1112400" y="904320"/>
            <a:ext cx="6626880" cy="50184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tabLst>
                <a:tab algn="l" pos="0"/>
              </a:tabLst>
            </a:pPr>
            <a:r>
              <a:rPr b="1" lang="en" sz="2100" strike="noStrike" u="none">
                <a:solidFill>
                  <a:schemeClr val="dk1"/>
                </a:solidFill>
                <a:uFillTx/>
                <a:latin typeface="Times New Roman"/>
                <a:ea typeface="Times New Roman"/>
              </a:rPr>
              <a:t>LITERATURE REVIEW</a:t>
            </a:r>
            <a:endParaRPr b="0" lang="en-IN" sz="21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6" name="Google Shape;94;p15" descr=""/>
          <p:cNvPicPr/>
          <p:nvPr/>
        </p:nvPicPr>
        <p:blipFill>
          <a:blip r:embed="rId1"/>
          <a:stretch/>
        </p:blipFill>
        <p:spPr>
          <a:xfrm>
            <a:off x="0" y="0"/>
            <a:ext cx="9142920" cy="1060560"/>
          </a:xfrm>
          <a:prstGeom prst="rect">
            <a:avLst/>
          </a:prstGeom>
          <a:noFill/>
          <a:ln w="0">
            <a:noFill/>
          </a:ln>
        </p:spPr>
      </p:pic>
      <p:sp>
        <p:nvSpPr>
          <p:cNvPr id="57" name="Google Shape;95;p15"/>
          <p:cNvSpPr/>
          <p:nvPr/>
        </p:nvSpPr>
        <p:spPr>
          <a:xfrm>
            <a:off x="1069920" y="4807800"/>
            <a:ext cx="7575120" cy="39600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0" lang="en" sz="1400" strike="noStrike" u="none">
                <a:solidFill>
                  <a:schemeClr val="dk1"/>
                </a:solidFill>
                <a:uFillTx/>
                <a:latin typeface="Arial"/>
                <a:ea typeface="Arial"/>
              </a:rPr>
              <a:t>Date:10-03-2025                                                 IESCE                                            Slide. No:8</a:t>
            </a:r>
            <a:endParaRPr b="0" lang="en-IN" sz="1400" strike="noStrike" u="none">
              <a:solidFill>
                <a:srgbClr val="000000"/>
              </a:solidFill>
              <a:uFillTx/>
              <a:latin typeface="Arial"/>
            </a:endParaRPr>
          </a:p>
        </p:txBody>
      </p:sp>
      <p:graphicFrame>
        <p:nvGraphicFramePr>
          <p:cNvPr id="58" name="Google Shape;96;p15"/>
          <p:cNvGraphicFramePr/>
          <p:nvPr/>
        </p:nvGraphicFramePr>
        <p:xfrm>
          <a:off x="276120" y="1159560"/>
          <a:ext cx="8614800" cy="3736440"/>
        </p:xfrm>
        <a:graphic>
          <a:graphicData uri="http://schemas.openxmlformats.org/drawingml/2006/table">
            <a:tbl>
              <a:tblPr/>
              <a:tblGrid>
                <a:gridCol w="798120"/>
                <a:gridCol w="2756520"/>
                <a:gridCol w="2907000"/>
                <a:gridCol w="2153520"/>
              </a:tblGrid>
              <a:tr h="789840">
                <a:tc>
                  <a:txBody>
                    <a:bodyPr lIns="90720" rIns="90720" anchor="t">
                      <a:noAutofit/>
                    </a:bodyPr>
                    <a:p>
                      <a:pPr>
                        <a:lnSpc>
                          <a:spcPct val="100000"/>
                        </a:lnSpc>
                        <a:tabLst>
                          <a:tab algn="l" pos="0"/>
                        </a:tabLst>
                      </a:pPr>
                      <a:r>
                        <a:rPr b="1" lang="en" sz="1400" strike="noStrike" u="none">
                          <a:solidFill>
                            <a:schemeClr val="lt1"/>
                          </a:solidFill>
                          <a:uFillTx/>
                          <a:latin typeface="Times New Roman"/>
                          <a:ea typeface="Times New Roman"/>
                        </a:rPr>
                        <a:t>SL NO</a:t>
                      </a:r>
                      <a:endParaRPr b="0" lang="en-IN" sz="1400" strike="noStrike" u="none">
                        <a:solidFill>
                          <a:srgbClr val="ffffff"/>
                        </a:solidFill>
                        <a:uFillTx/>
                        <a:latin typeface="Arial"/>
                      </a:endParaRPr>
                    </a:p>
                  </a:txBody>
                  <a:tcPr anchor="t" marL="90720" marR="9072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solidFill>
                      <a:srgbClr val="000000"/>
                    </a:solidFill>
                  </a:tcPr>
                </a:tc>
                <a:tc>
                  <a:txBody>
                    <a:bodyPr lIns="90720" rIns="90720" anchor="t">
                      <a:noAutofit/>
                    </a:bodyPr>
                    <a:p>
                      <a:pPr algn="ctr">
                        <a:lnSpc>
                          <a:spcPct val="100000"/>
                        </a:lnSpc>
                        <a:tabLst>
                          <a:tab algn="l" pos="0"/>
                        </a:tabLst>
                      </a:pPr>
                      <a:r>
                        <a:rPr b="1" lang="en" sz="1600" strike="noStrike" u="none">
                          <a:solidFill>
                            <a:schemeClr val="lt1"/>
                          </a:solidFill>
                          <a:uFillTx/>
                          <a:latin typeface="Times New Roman"/>
                          <a:ea typeface="Times New Roman"/>
                        </a:rPr>
                        <a:t>Name of the Paper</a:t>
                      </a:r>
                      <a:endParaRPr b="0" lang="en-IN" sz="1600" strike="noStrike" u="none">
                        <a:solidFill>
                          <a:srgbClr val="ffffff"/>
                        </a:solidFill>
                        <a:uFillTx/>
                        <a:latin typeface="Arial"/>
                      </a:endParaRPr>
                    </a:p>
                  </a:txBody>
                  <a:tcPr anchor="t" marL="90720" marR="9072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solidFill>
                      <a:srgbClr val="000000"/>
                    </a:solidFill>
                  </a:tcPr>
                </a:tc>
                <a:tc>
                  <a:txBody>
                    <a:bodyPr lIns="90720" rIns="90720" anchor="t">
                      <a:noAutofit/>
                    </a:bodyPr>
                    <a:p>
                      <a:pPr algn="ctr">
                        <a:lnSpc>
                          <a:spcPct val="100000"/>
                        </a:lnSpc>
                        <a:tabLst>
                          <a:tab algn="l" pos="0"/>
                        </a:tabLst>
                      </a:pPr>
                      <a:r>
                        <a:rPr b="1" lang="en" sz="1600" strike="noStrike" u="none">
                          <a:solidFill>
                            <a:schemeClr val="lt1"/>
                          </a:solidFill>
                          <a:uFillTx/>
                          <a:latin typeface="Times New Roman"/>
                          <a:ea typeface="Times New Roman"/>
                        </a:rPr>
                        <a:t>Outcome</a:t>
                      </a:r>
                      <a:endParaRPr b="0" lang="en-IN" sz="1600" strike="noStrike" u="none">
                        <a:solidFill>
                          <a:srgbClr val="ffffff"/>
                        </a:solidFill>
                        <a:uFillTx/>
                        <a:latin typeface="Arial"/>
                      </a:endParaRPr>
                    </a:p>
                  </a:txBody>
                  <a:tcPr anchor="t" marL="90720" marR="9072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solidFill>
                      <a:srgbClr val="000000"/>
                    </a:solidFill>
                  </a:tcPr>
                </a:tc>
                <a:tc>
                  <a:txBody>
                    <a:bodyPr lIns="90720" rIns="90720" anchor="t">
                      <a:noAutofit/>
                    </a:bodyPr>
                    <a:p>
                      <a:pPr>
                        <a:lnSpc>
                          <a:spcPct val="100000"/>
                        </a:lnSpc>
                        <a:tabLst>
                          <a:tab algn="l" pos="0"/>
                        </a:tabLst>
                      </a:pPr>
                      <a:r>
                        <a:rPr b="1" lang="en" sz="1600" strike="noStrike" u="none">
                          <a:solidFill>
                            <a:schemeClr val="lt1"/>
                          </a:solidFill>
                          <a:uFillTx/>
                          <a:latin typeface="Times New Roman"/>
                          <a:ea typeface="Times New Roman"/>
                        </a:rPr>
                        <a:t>Author and Publication Details</a:t>
                      </a:r>
                      <a:endParaRPr b="0" lang="en-IN" sz="1600" strike="noStrike" u="none">
                        <a:solidFill>
                          <a:srgbClr val="ffffff"/>
                        </a:solidFill>
                        <a:uFillTx/>
                        <a:latin typeface="Arial"/>
                      </a:endParaRPr>
                    </a:p>
                  </a:txBody>
                  <a:tcPr anchor="t" marL="90720" marR="9072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solidFill>
                      <a:srgbClr val="000000"/>
                    </a:solidFill>
                  </a:tcPr>
                </a:tc>
              </a:tr>
              <a:tr h="2946600">
                <a:tc>
                  <a:txBody>
                    <a:bodyPr lIns="90720" rIns="90720" anchor="ctr">
                      <a:noAutofit/>
                    </a:bodyPr>
                    <a:p>
                      <a:pPr algn="ctr">
                        <a:lnSpc>
                          <a:spcPct val="100000"/>
                        </a:lnSpc>
                        <a:tabLst>
                          <a:tab algn="l" pos="0"/>
                        </a:tabLst>
                      </a:pPr>
                      <a:r>
                        <a:rPr b="0" lang="en" sz="1400" strike="noStrike" u="none">
                          <a:solidFill>
                            <a:srgbClr val="000000"/>
                          </a:solidFill>
                          <a:uFillTx/>
                          <a:latin typeface="Arial"/>
                          <a:ea typeface="Arial"/>
                        </a:rPr>
                        <a:t>2</a:t>
                      </a:r>
                      <a:endParaRPr b="0" lang="en-IN" sz="1400" strike="noStrike" u="none">
                        <a:solidFill>
                          <a:srgbClr val="000000"/>
                        </a:solidFill>
                        <a:uFillTx/>
                        <a:latin typeface="Arial"/>
                      </a:endParaRPr>
                    </a:p>
                  </a:txBody>
                  <a:tcPr anchor="ctr" marL="90720" marR="9072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noFill/>
                  </a:tcPr>
                </a:tc>
                <a:tc>
                  <a:txBody>
                    <a:bodyPr lIns="90720" rIns="90720" anchor="ctr">
                      <a:noAutofit/>
                    </a:bodyPr>
                    <a:p>
                      <a:pPr>
                        <a:lnSpc>
                          <a:spcPct val="100000"/>
                        </a:lnSpc>
                        <a:tabLst>
                          <a:tab algn="l" pos="0"/>
                        </a:tabLst>
                      </a:pPr>
                      <a:r>
                        <a:rPr b="0" lang="en" sz="1400" strike="noStrike" u="none">
                          <a:solidFill>
                            <a:schemeClr val="dk1"/>
                          </a:solidFill>
                          <a:uFillTx/>
                          <a:latin typeface="Times New Roman"/>
                          <a:ea typeface="Times New Roman"/>
                        </a:rPr>
                        <a:t>Smart shopping cart using RFID technology </a:t>
                      </a:r>
                      <a:endParaRPr b="0" lang="en-IN" sz="1400" strike="noStrike" u="none">
                        <a:solidFill>
                          <a:srgbClr val="000000"/>
                        </a:solidFill>
                        <a:uFillTx/>
                        <a:latin typeface="Arial"/>
                      </a:endParaRPr>
                    </a:p>
                  </a:txBody>
                  <a:tcPr anchor="ctr" marL="90720" marR="9072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noFill/>
                  </a:tcPr>
                </a:tc>
                <a:tc>
                  <a:txBody>
                    <a:bodyPr lIns="90720" rIns="90720" anchor="ctr">
                      <a:noAutofit/>
                    </a:bodyPr>
                    <a:p>
                      <a:pPr marL="457200" indent="-307800" algn="just">
                        <a:lnSpc>
                          <a:spcPct val="100000"/>
                        </a:lnSpc>
                        <a:buClr>
                          <a:srgbClr val="000000"/>
                        </a:buClr>
                        <a:buFont typeface="Times New Roman"/>
                        <a:buChar char="●"/>
                      </a:pPr>
                      <a:r>
                        <a:rPr b="0" lang="en" sz="1250" strike="noStrike" u="none">
                          <a:solidFill>
                            <a:srgbClr val="000000"/>
                          </a:solidFill>
                          <a:uFillTx/>
                          <a:latin typeface="Times New Roman"/>
                          <a:ea typeface="Times New Roman"/>
                        </a:rPr>
                        <a:t>In this system, the customer begins by logging in via a QR code on the shopping cart, enabling a seamless shopping experience. The cart automatically detects items using RFID technology, updates the bill in real-time, and manages stock efficiently. </a:t>
                      </a:r>
                      <a:endParaRPr b="0" lang="en-IN" sz="1250" strike="noStrike" u="none">
                        <a:solidFill>
                          <a:srgbClr val="000000"/>
                        </a:solidFill>
                        <a:uFillTx/>
                        <a:latin typeface="Arial"/>
                      </a:endParaRPr>
                    </a:p>
                    <a:p>
                      <a:pPr marL="457200" indent="-307800" algn="just">
                        <a:lnSpc>
                          <a:spcPct val="100000"/>
                        </a:lnSpc>
                        <a:spcBef>
                          <a:spcPts val="57"/>
                        </a:spcBef>
                        <a:buClr>
                          <a:srgbClr val="000000"/>
                        </a:buClr>
                        <a:buFont typeface="Times New Roman"/>
                        <a:buChar char="●"/>
                      </a:pPr>
                      <a:r>
                        <a:rPr b="0" lang="en" sz="1250" strike="noStrike" u="none">
                          <a:solidFill>
                            <a:srgbClr val="000000"/>
                          </a:solidFill>
                          <a:uFillTx/>
                          <a:latin typeface="Times New Roman"/>
                          <a:ea typeface="Times New Roman"/>
                        </a:rPr>
                        <a:t>A challenge in this system is ensuring user-friendly QR code login process, as some customers may face difficulties with scanning, app compatibility, or network issues, potentially delaying their shopping experience. </a:t>
                      </a:r>
                      <a:endParaRPr b="0" lang="en-IN" sz="1250" strike="noStrike" u="none">
                        <a:solidFill>
                          <a:srgbClr val="000000"/>
                        </a:solidFill>
                        <a:uFillTx/>
                        <a:latin typeface="Arial"/>
                      </a:endParaRPr>
                    </a:p>
                  </a:txBody>
                  <a:tcPr anchor="ctr" marL="90720" marR="9072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noFill/>
                  </a:tcPr>
                </a:tc>
                <a:tc>
                  <a:txBody>
                    <a:bodyPr lIns="90720" rIns="90720" anchor="ctr">
                      <a:noAutofit/>
                    </a:bodyPr>
                    <a:p>
                      <a:pPr>
                        <a:lnSpc>
                          <a:spcPct val="100000"/>
                        </a:lnSpc>
                        <a:tabLst>
                          <a:tab algn="l" pos="0"/>
                        </a:tabLst>
                      </a:pPr>
                      <a:r>
                        <a:rPr b="0" lang="en" sz="1500" strike="noStrike" u="none">
                          <a:solidFill>
                            <a:schemeClr val="dk1"/>
                          </a:solidFill>
                          <a:uFillTx/>
                          <a:latin typeface="Times New Roman"/>
                          <a:ea typeface="Times New Roman"/>
                        </a:rPr>
                        <a:t>Susanna M Santhosh, Cemone P Babu, Jills Joseph , Preethu Benny,</a:t>
                      </a:r>
                      <a:endParaRPr b="0" lang="en-IN" sz="1500" strike="noStrike" u="none">
                        <a:solidFill>
                          <a:srgbClr val="000000"/>
                        </a:solidFill>
                        <a:uFillTx/>
                        <a:latin typeface="Arial"/>
                      </a:endParaRPr>
                    </a:p>
                    <a:p>
                      <a:pPr>
                        <a:lnSpc>
                          <a:spcPct val="100000"/>
                        </a:lnSpc>
                        <a:tabLst>
                          <a:tab algn="l" pos="0"/>
                        </a:tabLst>
                      </a:pPr>
                      <a:r>
                        <a:rPr b="0" lang="en" sz="1500" strike="noStrike" u="none">
                          <a:solidFill>
                            <a:schemeClr val="dk1"/>
                          </a:solidFill>
                          <a:uFillTx/>
                          <a:latin typeface="Times New Roman"/>
                          <a:ea typeface="Times New Roman"/>
                        </a:rPr>
                        <a:t>published in the International Journal of Engineering Applied Sciences and Technology (IJEAST), Volume 5, on June 2020. </a:t>
                      </a:r>
                      <a:endParaRPr b="0" lang="en-IN" sz="1500" strike="noStrike" u="none">
                        <a:solidFill>
                          <a:srgbClr val="000000"/>
                        </a:solidFill>
                        <a:uFillTx/>
                        <a:latin typeface="Arial"/>
                      </a:endParaRPr>
                    </a:p>
                  </a:txBody>
                  <a:tcPr anchor="ctr" marL="90720" marR="9072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9" name="Google Shape;102;p16" descr=""/>
          <p:cNvPicPr/>
          <p:nvPr/>
        </p:nvPicPr>
        <p:blipFill>
          <a:blip r:embed="rId1"/>
          <a:stretch/>
        </p:blipFill>
        <p:spPr>
          <a:xfrm>
            <a:off x="0" y="0"/>
            <a:ext cx="9142920" cy="1060560"/>
          </a:xfrm>
          <a:prstGeom prst="rect">
            <a:avLst/>
          </a:prstGeom>
          <a:noFill/>
          <a:ln w="0">
            <a:noFill/>
          </a:ln>
        </p:spPr>
      </p:pic>
      <p:sp>
        <p:nvSpPr>
          <p:cNvPr id="60" name="Google Shape;103;p16"/>
          <p:cNvSpPr/>
          <p:nvPr/>
        </p:nvSpPr>
        <p:spPr>
          <a:xfrm>
            <a:off x="552960" y="4807800"/>
            <a:ext cx="8325000" cy="39528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0" lang="en" sz="1400" strike="noStrike" u="none">
                <a:solidFill>
                  <a:schemeClr val="dk1"/>
                </a:solidFill>
                <a:uFillTx/>
                <a:latin typeface="Arial"/>
                <a:ea typeface="Arial"/>
              </a:rPr>
              <a:t>Date:10-03-2025                                                IESCE                                            Slide. No: 9</a:t>
            </a:r>
            <a:endParaRPr b="0" lang="en-IN" sz="1400" strike="noStrike" u="none">
              <a:solidFill>
                <a:srgbClr val="000000"/>
              </a:solidFill>
              <a:uFillTx/>
              <a:latin typeface="Arial"/>
            </a:endParaRPr>
          </a:p>
        </p:txBody>
      </p:sp>
      <p:graphicFrame>
        <p:nvGraphicFramePr>
          <p:cNvPr id="61" name="Google Shape;104;p16"/>
          <p:cNvGraphicFramePr/>
          <p:nvPr/>
        </p:nvGraphicFramePr>
        <p:xfrm>
          <a:off x="198000" y="1073520"/>
          <a:ext cx="8680320" cy="3727440"/>
        </p:xfrm>
        <a:graphic>
          <a:graphicData uri="http://schemas.openxmlformats.org/drawingml/2006/table">
            <a:tbl>
              <a:tblPr/>
              <a:tblGrid>
                <a:gridCol w="808200"/>
                <a:gridCol w="2791800"/>
                <a:gridCol w="2944440"/>
                <a:gridCol w="2136240"/>
              </a:tblGrid>
              <a:tr h="633600">
                <a:tc>
                  <a:txBody>
                    <a:bodyPr lIns="90720" rIns="90720" anchor="t">
                      <a:noAutofit/>
                    </a:bodyPr>
                    <a:p>
                      <a:pPr>
                        <a:lnSpc>
                          <a:spcPct val="100000"/>
                        </a:lnSpc>
                        <a:tabLst>
                          <a:tab algn="l" pos="0"/>
                        </a:tabLst>
                      </a:pPr>
                      <a:r>
                        <a:rPr b="1" lang="en" sz="1600" strike="noStrike" u="none">
                          <a:solidFill>
                            <a:schemeClr val="lt1"/>
                          </a:solidFill>
                          <a:uFillTx/>
                          <a:latin typeface="Times New Roman"/>
                          <a:ea typeface="Times New Roman"/>
                        </a:rPr>
                        <a:t>SL NO</a:t>
                      </a:r>
                      <a:endParaRPr b="0" lang="en-IN" sz="1600" strike="noStrike" u="none">
                        <a:solidFill>
                          <a:srgbClr val="ffffff"/>
                        </a:solidFill>
                        <a:uFillTx/>
                        <a:latin typeface="Arial"/>
                      </a:endParaRPr>
                    </a:p>
                  </a:txBody>
                  <a:tcPr anchor="t" marL="90720" marR="9072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solidFill>
                      <a:srgbClr val="000000"/>
                    </a:solidFill>
                  </a:tcPr>
                </a:tc>
                <a:tc>
                  <a:txBody>
                    <a:bodyPr lIns="90720" rIns="90720" anchor="t">
                      <a:noAutofit/>
                    </a:bodyPr>
                    <a:p>
                      <a:pPr algn="ctr">
                        <a:lnSpc>
                          <a:spcPct val="100000"/>
                        </a:lnSpc>
                        <a:tabLst>
                          <a:tab algn="l" pos="0"/>
                        </a:tabLst>
                      </a:pPr>
                      <a:r>
                        <a:rPr b="1" lang="en" sz="1600" strike="noStrike" u="none">
                          <a:solidFill>
                            <a:schemeClr val="lt1"/>
                          </a:solidFill>
                          <a:uFillTx/>
                          <a:latin typeface="Times New Roman"/>
                          <a:ea typeface="Times New Roman"/>
                        </a:rPr>
                        <a:t>Name of the Paper</a:t>
                      </a:r>
                      <a:endParaRPr b="0" lang="en-IN" sz="1600" strike="noStrike" u="none">
                        <a:solidFill>
                          <a:srgbClr val="ffffff"/>
                        </a:solidFill>
                        <a:uFillTx/>
                        <a:latin typeface="Arial"/>
                      </a:endParaRPr>
                    </a:p>
                  </a:txBody>
                  <a:tcPr anchor="t" marL="90720" marR="9072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solidFill>
                      <a:srgbClr val="000000"/>
                    </a:solidFill>
                  </a:tcPr>
                </a:tc>
                <a:tc>
                  <a:txBody>
                    <a:bodyPr lIns="90720" rIns="90720" anchor="t">
                      <a:noAutofit/>
                    </a:bodyPr>
                    <a:p>
                      <a:pPr algn="ctr">
                        <a:lnSpc>
                          <a:spcPct val="100000"/>
                        </a:lnSpc>
                        <a:tabLst>
                          <a:tab algn="l" pos="0"/>
                        </a:tabLst>
                      </a:pPr>
                      <a:r>
                        <a:rPr b="1" lang="en" sz="1600" strike="noStrike" u="none">
                          <a:solidFill>
                            <a:schemeClr val="lt1"/>
                          </a:solidFill>
                          <a:uFillTx/>
                          <a:latin typeface="Times New Roman"/>
                          <a:ea typeface="Times New Roman"/>
                        </a:rPr>
                        <a:t>Outcome</a:t>
                      </a:r>
                      <a:endParaRPr b="0" lang="en-IN" sz="1600" strike="noStrike" u="none">
                        <a:solidFill>
                          <a:srgbClr val="ffffff"/>
                        </a:solidFill>
                        <a:uFillTx/>
                        <a:latin typeface="Arial"/>
                      </a:endParaRPr>
                    </a:p>
                  </a:txBody>
                  <a:tcPr anchor="t" marL="90720" marR="9072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solidFill>
                      <a:srgbClr val="000000"/>
                    </a:solidFill>
                  </a:tcPr>
                </a:tc>
                <a:tc>
                  <a:txBody>
                    <a:bodyPr lIns="90720" rIns="90720" anchor="t">
                      <a:noAutofit/>
                    </a:bodyPr>
                    <a:p>
                      <a:pPr>
                        <a:lnSpc>
                          <a:spcPct val="100000"/>
                        </a:lnSpc>
                        <a:tabLst>
                          <a:tab algn="l" pos="0"/>
                        </a:tabLst>
                      </a:pPr>
                      <a:r>
                        <a:rPr b="1" lang="en" sz="1600" strike="noStrike" u="none">
                          <a:solidFill>
                            <a:schemeClr val="lt1"/>
                          </a:solidFill>
                          <a:uFillTx/>
                          <a:latin typeface="Times New Roman"/>
                          <a:ea typeface="Times New Roman"/>
                        </a:rPr>
                        <a:t>Author and Publication Details</a:t>
                      </a:r>
                      <a:endParaRPr b="0" lang="en-IN" sz="1600" strike="noStrike" u="none">
                        <a:solidFill>
                          <a:srgbClr val="ffffff"/>
                        </a:solidFill>
                        <a:uFillTx/>
                        <a:latin typeface="Arial"/>
                      </a:endParaRPr>
                    </a:p>
                  </a:txBody>
                  <a:tcPr anchor="t" marL="90720" marR="9072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solidFill>
                      <a:srgbClr val="000000"/>
                    </a:solidFill>
                  </a:tcPr>
                </a:tc>
              </a:tr>
              <a:tr h="3093840">
                <a:tc>
                  <a:txBody>
                    <a:bodyPr lIns="90720" rIns="90720" anchor="ctr">
                      <a:noAutofit/>
                    </a:bodyPr>
                    <a:p>
                      <a:pPr algn="ctr">
                        <a:lnSpc>
                          <a:spcPct val="100000"/>
                        </a:lnSpc>
                        <a:tabLst>
                          <a:tab algn="l" pos="0"/>
                        </a:tabLst>
                      </a:pPr>
                      <a:r>
                        <a:rPr b="0" lang="en" sz="1400" strike="noStrike" u="none">
                          <a:solidFill>
                            <a:srgbClr val="000000"/>
                          </a:solidFill>
                          <a:uFillTx/>
                          <a:latin typeface="Arial"/>
                          <a:ea typeface="Arial"/>
                        </a:rPr>
                        <a:t>3</a:t>
                      </a:r>
                      <a:endParaRPr b="0" lang="en-IN" sz="1400" strike="noStrike" u="none">
                        <a:solidFill>
                          <a:srgbClr val="000000"/>
                        </a:solidFill>
                        <a:uFillTx/>
                        <a:latin typeface="Arial"/>
                      </a:endParaRPr>
                    </a:p>
                  </a:txBody>
                  <a:tcPr anchor="ctr" marL="90720" marR="9072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noFill/>
                  </a:tcPr>
                </a:tc>
                <a:tc>
                  <a:txBody>
                    <a:bodyPr lIns="90720" rIns="90720" anchor="ctr">
                      <a:noAutofit/>
                    </a:bodyPr>
                    <a:p>
                      <a:pPr>
                        <a:lnSpc>
                          <a:spcPct val="100000"/>
                        </a:lnSpc>
                        <a:tabLst>
                          <a:tab algn="l" pos="0"/>
                        </a:tabLst>
                      </a:pPr>
                      <a:r>
                        <a:rPr b="0" lang="en" sz="1400" strike="noStrike" u="none">
                          <a:solidFill>
                            <a:schemeClr val="dk1"/>
                          </a:solidFill>
                          <a:uFillTx/>
                          <a:latin typeface="Times New Roman"/>
                          <a:ea typeface="Times New Roman"/>
                        </a:rPr>
                        <a:t>IOT based Smart Shopping Cart using RFID</a:t>
                      </a:r>
                      <a:endParaRPr b="0" lang="en-IN" sz="1400" strike="noStrike" u="none">
                        <a:solidFill>
                          <a:srgbClr val="000000"/>
                        </a:solidFill>
                        <a:uFillTx/>
                        <a:latin typeface="Arial"/>
                      </a:endParaRPr>
                    </a:p>
                  </a:txBody>
                  <a:tcPr anchor="ctr" marL="90720" marR="9072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noFill/>
                  </a:tcPr>
                </a:tc>
                <a:tc>
                  <a:txBody>
                    <a:bodyPr lIns="90720" rIns="90720" anchor="ctr">
                      <a:noAutofit/>
                    </a:bodyPr>
                    <a:p>
                      <a:pPr marL="274320" indent="-124920" algn="just">
                        <a:lnSpc>
                          <a:spcPct val="115000"/>
                        </a:lnSpc>
                        <a:buClr>
                          <a:srgbClr val="1a1a1a"/>
                        </a:buClr>
                        <a:buFont typeface="Times New Roman"/>
                        <a:buChar char="●"/>
                      </a:pPr>
                      <a:r>
                        <a:rPr b="0" lang="en" sz="1250" strike="noStrike" u="none">
                          <a:solidFill>
                            <a:srgbClr val="1a1a1a"/>
                          </a:solidFill>
                          <a:highlight>
                            <a:srgbClr val="ffffff"/>
                          </a:highlight>
                          <a:uFillTx/>
                          <a:latin typeface="Times New Roman"/>
                          <a:ea typeface="Times New Roman"/>
                        </a:rPr>
                        <a:t> </a:t>
                      </a:r>
                      <a:r>
                        <a:rPr b="0" lang="en" sz="1250" strike="noStrike" u="none">
                          <a:solidFill>
                            <a:srgbClr val="1a1a1a"/>
                          </a:solidFill>
                          <a:highlight>
                            <a:srgbClr val="ffffff"/>
                          </a:highlight>
                          <a:uFillTx/>
                          <a:latin typeface="Times New Roman"/>
                          <a:ea typeface="Times New Roman"/>
                        </a:rPr>
                        <a:t>This system utilizes RFID technology, an Arduino microcontroller, and a Bluetooth module to track items in real time and automate billing. It reduces checkout times, provides product details, and updates inventory by recording purchases and generating bills automatically.  </a:t>
                      </a:r>
                      <a:endParaRPr b="0" lang="en-IN" sz="1250" strike="noStrike" u="none">
                        <a:solidFill>
                          <a:srgbClr val="000000"/>
                        </a:solidFill>
                        <a:uFillTx/>
                        <a:latin typeface="Arial"/>
                      </a:endParaRPr>
                    </a:p>
                    <a:p>
                      <a:pPr marL="274320" indent="-124920" algn="just">
                        <a:lnSpc>
                          <a:spcPct val="115000"/>
                        </a:lnSpc>
                        <a:spcBef>
                          <a:spcPts val="709"/>
                        </a:spcBef>
                        <a:buClr>
                          <a:srgbClr val="1a1a1a"/>
                        </a:buClr>
                        <a:buFont typeface="Times New Roman"/>
                        <a:buChar char="●"/>
                      </a:pPr>
                      <a:r>
                        <a:rPr b="0" lang="en" sz="1250" strike="noStrike" u="none">
                          <a:solidFill>
                            <a:srgbClr val="1a1a1a"/>
                          </a:solidFill>
                          <a:highlight>
                            <a:srgbClr val="ffffff"/>
                          </a:highlight>
                          <a:uFillTx/>
                          <a:latin typeface="Times New Roman"/>
                          <a:ea typeface="Times New Roman"/>
                        </a:rPr>
                        <a:t>The main challenges faced in this project include high initial setup costs, customer adaptation to new technology, ensuring data privacy and security, and the need for regular maintenance and updates</a:t>
                      </a:r>
                      <a:r>
                        <a:rPr b="0" lang="en" sz="1000" strike="noStrike" u="none">
                          <a:solidFill>
                            <a:srgbClr val="1a1a1a"/>
                          </a:solidFill>
                          <a:highlight>
                            <a:srgbClr val="ffffff"/>
                          </a:highlight>
                          <a:uFillTx/>
                          <a:latin typeface="Times New Roman"/>
                          <a:ea typeface="Times New Roman"/>
                        </a:rPr>
                        <a:t>. </a:t>
                      </a:r>
                      <a:endParaRPr b="0" lang="en-IN" sz="1000" strike="noStrike" u="none">
                        <a:solidFill>
                          <a:srgbClr val="000000"/>
                        </a:solidFill>
                        <a:uFillTx/>
                        <a:latin typeface="Arial"/>
                      </a:endParaRPr>
                    </a:p>
                  </a:txBody>
                  <a:tcPr anchor="ctr" marL="90720" marR="9072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noFill/>
                  </a:tcPr>
                </a:tc>
                <a:tc>
                  <a:txBody>
                    <a:bodyPr lIns="90720" rIns="90720" anchor="ctr">
                      <a:noAutofit/>
                    </a:bodyPr>
                    <a:p>
                      <a:pPr>
                        <a:lnSpc>
                          <a:spcPct val="100000"/>
                        </a:lnSpc>
                        <a:tabLst>
                          <a:tab algn="l" pos="0"/>
                        </a:tabLst>
                      </a:pPr>
                      <a:r>
                        <a:rPr b="0" lang="en" sz="1400" strike="noStrike" u="none">
                          <a:solidFill>
                            <a:schemeClr val="dk1"/>
                          </a:solidFill>
                          <a:uFillTx/>
                          <a:latin typeface="Times New Roman"/>
                          <a:ea typeface="Times New Roman"/>
                        </a:rPr>
                        <a:t>Seshagopal , Harish D , Ashwinth Fatin , Dr. Antonidoss ,</a:t>
                      </a:r>
                      <a:endParaRPr b="0" lang="en-IN" sz="1400" strike="noStrike" u="none">
                        <a:solidFill>
                          <a:srgbClr val="000000"/>
                        </a:solidFill>
                        <a:uFillTx/>
                        <a:latin typeface="Arial"/>
                      </a:endParaRPr>
                    </a:p>
                    <a:p>
                      <a:pPr>
                        <a:lnSpc>
                          <a:spcPct val="100000"/>
                        </a:lnSpc>
                        <a:tabLst>
                          <a:tab algn="l" pos="0"/>
                        </a:tabLst>
                      </a:pPr>
                      <a:r>
                        <a:rPr b="0" lang="en" sz="1400" strike="noStrike" u="none">
                          <a:solidFill>
                            <a:schemeClr val="dk1"/>
                          </a:solidFill>
                          <a:uFillTx/>
                          <a:latin typeface="Times New Roman"/>
                          <a:ea typeface="Times New Roman"/>
                        </a:rPr>
                        <a:t>published in the International Journal of Engineering Research &amp; Technology (IJERT), Volume 10, Issue 04, in April 2021. </a:t>
                      </a:r>
                      <a:endParaRPr b="0" lang="en-IN" sz="1400" strike="noStrike" u="none">
                        <a:solidFill>
                          <a:srgbClr val="000000"/>
                        </a:solidFill>
                        <a:uFillTx/>
                        <a:latin typeface="Arial"/>
                      </a:endParaRPr>
                    </a:p>
                  </a:txBody>
                  <a:tcPr anchor="ctr" marL="90720" marR="9072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2" name="Google Shape;110;p17" descr=""/>
          <p:cNvPicPr/>
          <p:nvPr/>
        </p:nvPicPr>
        <p:blipFill>
          <a:blip r:embed="rId1"/>
          <a:stretch/>
        </p:blipFill>
        <p:spPr>
          <a:xfrm>
            <a:off x="0" y="0"/>
            <a:ext cx="9142920" cy="1060560"/>
          </a:xfrm>
          <a:prstGeom prst="rect">
            <a:avLst/>
          </a:prstGeom>
          <a:noFill/>
          <a:ln w="0">
            <a:noFill/>
          </a:ln>
        </p:spPr>
      </p:pic>
      <p:sp>
        <p:nvSpPr>
          <p:cNvPr id="63" name="Google Shape;111;p17"/>
          <p:cNvSpPr/>
          <p:nvPr/>
        </p:nvSpPr>
        <p:spPr>
          <a:xfrm>
            <a:off x="562320" y="4743360"/>
            <a:ext cx="8206560" cy="39528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0" lang="en" sz="1400" strike="noStrike" u="none">
                <a:solidFill>
                  <a:schemeClr val="dk1"/>
                </a:solidFill>
                <a:uFillTx/>
                <a:latin typeface="Arial"/>
                <a:ea typeface="Arial"/>
              </a:rPr>
              <a:t>Date:10-03-2025                                                IESCE                                            Slide. No: 10</a:t>
            </a:r>
            <a:endParaRPr b="0" lang="en-IN" sz="1400" strike="noStrike" u="none">
              <a:solidFill>
                <a:srgbClr val="000000"/>
              </a:solidFill>
              <a:uFillTx/>
              <a:latin typeface="Arial"/>
            </a:endParaRPr>
          </a:p>
        </p:txBody>
      </p:sp>
      <p:graphicFrame>
        <p:nvGraphicFramePr>
          <p:cNvPr id="64" name="Google Shape;112;p17"/>
          <p:cNvGraphicFramePr/>
          <p:nvPr/>
        </p:nvGraphicFramePr>
        <p:xfrm>
          <a:off x="125640" y="1107720"/>
          <a:ext cx="8849160" cy="3535920"/>
        </p:xfrm>
        <a:graphic>
          <a:graphicData uri="http://schemas.openxmlformats.org/drawingml/2006/table">
            <a:tbl>
              <a:tblPr/>
              <a:tblGrid>
                <a:gridCol w="819720"/>
                <a:gridCol w="2831400"/>
                <a:gridCol w="2986200"/>
                <a:gridCol w="2212200"/>
              </a:tblGrid>
              <a:tr h="880920">
                <a:tc>
                  <a:txBody>
                    <a:bodyPr lIns="90720" rIns="90720" anchor="t">
                      <a:noAutofit/>
                    </a:bodyPr>
                    <a:p>
                      <a:pPr>
                        <a:lnSpc>
                          <a:spcPct val="100000"/>
                        </a:lnSpc>
                        <a:tabLst>
                          <a:tab algn="l" pos="0"/>
                        </a:tabLst>
                      </a:pPr>
                      <a:r>
                        <a:rPr b="1" lang="en" sz="1600" strike="noStrike" u="none">
                          <a:solidFill>
                            <a:schemeClr val="lt1"/>
                          </a:solidFill>
                          <a:uFillTx/>
                          <a:latin typeface="Times New Roman"/>
                          <a:ea typeface="Times New Roman"/>
                        </a:rPr>
                        <a:t>SL NO</a:t>
                      </a:r>
                      <a:endParaRPr b="0" lang="en-IN" sz="1600" strike="noStrike" u="none">
                        <a:solidFill>
                          <a:srgbClr val="ffffff"/>
                        </a:solidFill>
                        <a:uFillTx/>
                        <a:latin typeface="Arial"/>
                      </a:endParaRPr>
                    </a:p>
                  </a:txBody>
                  <a:tcPr anchor="t" marL="90720" marR="9072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solidFill>
                      <a:srgbClr val="000000"/>
                    </a:solidFill>
                  </a:tcPr>
                </a:tc>
                <a:tc>
                  <a:txBody>
                    <a:bodyPr lIns="90720" rIns="90720" anchor="t">
                      <a:noAutofit/>
                    </a:bodyPr>
                    <a:p>
                      <a:pPr algn="ctr">
                        <a:lnSpc>
                          <a:spcPct val="100000"/>
                        </a:lnSpc>
                        <a:tabLst>
                          <a:tab algn="l" pos="0"/>
                        </a:tabLst>
                      </a:pPr>
                      <a:r>
                        <a:rPr b="1" lang="en" sz="1600" strike="noStrike" u="none">
                          <a:solidFill>
                            <a:schemeClr val="lt1"/>
                          </a:solidFill>
                          <a:uFillTx/>
                          <a:latin typeface="Times New Roman"/>
                          <a:ea typeface="Times New Roman"/>
                        </a:rPr>
                        <a:t>Name of the Paper</a:t>
                      </a:r>
                      <a:endParaRPr b="0" lang="en-IN" sz="1600" strike="noStrike" u="none">
                        <a:solidFill>
                          <a:srgbClr val="ffffff"/>
                        </a:solidFill>
                        <a:uFillTx/>
                        <a:latin typeface="Arial"/>
                      </a:endParaRPr>
                    </a:p>
                  </a:txBody>
                  <a:tcPr anchor="t" marL="90720" marR="9072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solidFill>
                      <a:srgbClr val="000000"/>
                    </a:solidFill>
                  </a:tcPr>
                </a:tc>
                <a:tc>
                  <a:txBody>
                    <a:bodyPr lIns="90720" rIns="90720" anchor="t">
                      <a:noAutofit/>
                    </a:bodyPr>
                    <a:p>
                      <a:pPr algn="ctr">
                        <a:lnSpc>
                          <a:spcPct val="100000"/>
                        </a:lnSpc>
                        <a:tabLst>
                          <a:tab algn="l" pos="0"/>
                        </a:tabLst>
                      </a:pPr>
                      <a:r>
                        <a:rPr b="1" lang="en" sz="1600" strike="noStrike" u="none">
                          <a:solidFill>
                            <a:schemeClr val="lt1"/>
                          </a:solidFill>
                          <a:uFillTx/>
                          <a:latin typeface="Times New Roman"/>
                          <a:ea typeface="Times New Roman"/>
                        </a:rPr>
                        <a:t>Outcome</a:t>
                      </a:r>
                      <a:endParaRPr b="0" lang="en-IN" sz="1600" strike="noStrike" u="none">
                        <a:solidFill>
                          <a:srgbClr val="ffffff"/>
                        </a:solidFill>
                        <a:uFillTx/>
                        <a:latin typeface="Arial"/>
                      </a:endParaRPr>
                    </a:p>
                  </a:txBody>
                  <a:tcPr anchor="t" marL="90720" marR="9072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solidFill>
                      <a:srgbClr val="000000"/>
                    </a:solidFill>
                  </a:tcPr>
                </a:tc>
                <a:tc>
                  <a:txBody>
                    <a:bodyPr lIns="90720" rIns="90720" anchor="t">
                      <a:noAutofit/>
                    </a:bodyPr>
                    <a:p>
                      <a:pPr>
                        <a:lnSpc>
                          <a:spcPct val="100000"/>
                        </a:lnSpc>
                        <a:tabLst>
                          <a:tab algn="l" pos="0"/>
                        </a:tabLst>
                      </a:pPr>
                      <a:r>
                        <a:rPr b="1" lang="en" sz="1600" strike="noStrike" u="none">
                          <a:solidFill>
                            <a:schemeClr val="lt1"/>
                          </a:solidFill>
                          <a:uFillTx/>
                          <a:latin typeface="Times New Roman"/>
                          <a:ea typeface="Times New Roman"/>
                        </a:rPr>
                        <a:t>Author and Publication Details</a:t>
                      </a:r>
                      <a:endParaRPr b="0" lang="en-IN" sz="1600" strike="noStrike" u="none">
                        <a:solidFill>
                          <a:srgbClr val="ffffff"/>
                        </a:solidFill>
                        <a:uFillTx/>
                        <a:latin typeface="Arial"/>
                      </a:endParaRPr>
                    </a:p>
                  </a:txBody>
                  <a:tcPr anchor="t" marL="90720" marR="9072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solidFill>
                      <a:srgbClr val="000000"/>
                    </a:solidFill>
                  </a:tcPr>
                </a:tc>
              </a:tr>
              <a:tr h="2133720">
                <a:tc>
                  <a:txBody>
                    <a:bodyPr lIns="90720" rIns="90720" anchor="ctr">
                      <a:noAutofit/>
                    </a:bodyPr>
                    <a:p>
                      <a:pPr algn="ctr">
                        <a:lnSpc>
                          <a:spcPct val="100000"/>
                        </a:lnSpc>
                        <a:tabLst>
                          <a:tab algn="l" pos="0"/>
                        </a:tabLst>
                      </a:pPr>
                      <a:r>
                        <a:rPr b="0" lang="en" sz="1400" strike="noStrike" u="none">
                          <a:solidFill>
                            <a:srgbClr val="000000"/>
                          </a:solidFill>
                          <a:uFillTx/>
                          <a:latin typeface="Arial"/>
                          <a:ea typeface="Arial"/>
                        </a:rPr>
                        <a:t>4</a:t>
                      </a:r>
                      <a:endParaRPr b="0" lang="en-IN" sz="1400" strike="noStrike" u="none">
                        <a:solidFill>
                          <a:srgbClr val="000000"/>
                        </a:solidFill>
                        <a:uFillTx/>
                        <a:latin typeface="Arial"/>
                      </a:endParaRPr>
                    </a:p>
                  </a:txBody>
                  <a:tcPr anchor="ctr" marL="90720" marR="9072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noFill/>
                  </a:tcPr>
                </a:tc>
                <a:tc>
                  <a:txBody>
                    <a:bodyPr lIns="90720" rIns="90720" anchor="ctr">
                      <a:noAutofit/>
                    </a:bodyPr>
                    <a:p>
                      <a:pPr>
                        <a:lnSpc>
                          <a:spcPct val="100000"/>
                        </a:lnSpc>
                        <a:tabLst>
                          <a:tab algn="l" pos="0"/>
                        </a:tabLst>
                      </a:pPr>
                      <a:r>
                        <a:rPr b="0" lang="en" sz="1400" strike="noStrike" u="none">
                          <a:solidFill>
                            <a:schemeClr val="dk1"/>
                          </a:solidFill>
                          <a:uFillTx/>
                          <a:latin typeface="Times New Roman"/>
                          <a:ea typeface="Times New Roman"/>
                        </a:rPr>
                        <a:t>RFID Based Smart Shopping Cart for Smart Shopping Enhanced with IoT</a:t>
                      </a:r>
                      <a:endParaRPr b="0" lang="en-IN" sz="1400" strike="noStrike" u="none">
                        <a:solidFill>
                          <a:srgbClr val="000000"/>
                        </a:solidFill>
                        <a:uFillTx/>
                        <a:latin typeface="Arial"/>
                      </a:endParaRPr>
                    </a:p>
                    <a:p>
                      <a:pPr>
                        <a:lnSpc>
                          <a:spcPct val="100000"/>
                        </a:lnSpc>
                        <a:spcBef>
                          <a:spcPts val="1134"/>
                        </a:spcBef>
                        <a:tabLst>
                          <a:tab algn="l" pos="0"/>
                        </a:tabLst>
                      </a:pPr>
                      <a:endParaRPr b="0" lang="en-IN" sz="1600" strike="noStrike" u="none">
                        <a:solidFill>
                          <a:srgbClr val="000000"/>
                        </a:solidFill>
                        <a:uFillTx/>
                        <a:latin typeface="Arial"/>
                      </a:endParaRPr>
                    </a:p>
                  </a:txBody>
                  <a:tcPr anchor="ctr" marL="90720" marR="9072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noFill/>
                  </a:tcPr>
                </a:tc>
                <a:tc>
                  <a:txBody>
                    <a:bodyPr lIns="90720" rIns="90720" anchor="ctr">
                      <a:noAutofit/>
                    </a:bodyPr>
                    <a:p>
                      <a:pPr marL="457200" indent="-307800">
                        <a:lnSpc>
                          <a:spcPct val="115000"/>
                        </a:lnSpc>
                        <a:buClr>
                          <a:srgbClr val="1a1a1a"/>
                        </a:buClr>
                        <a:buFont typeface="Times New Roman"/>
                        <a:buChar char="●"/>
                      </a:pPr>
                      <a:r>
                        <a:rPr b="0" lang="en" sz="1250" strike="noStrike" u="none">
                          <a:solidFill>
                            <a:srgbClr val="1a1a1a"/>
                          </a:solidFill>
                          <a:highlight>
                            <a:srgbClr val="ffffff"/>
                          </a:highlight>
                          <a:uFillTx/>
                          <a:latin typeface="Times New Roman"/>
                          <a:ea typeface="Times New Roman"/>
                        </a:rPr>
                        <a:t>This RFID-based system automates billing by scanning tagged products and displaying details on an LCD screen. It reduces wait times and uses GSM modules for real-time updates and notifications. </a:t>
                      </a:r>
                      <a:endParaRPr b="0" lang="en-IN" sz="1250" strike="noStrike" u="none">
                        <a:solidFill>
                          <a:srgbClr val="000000"/>
                        </a:solidFill>
                        <a:uFillTx/>
                        <a:latin typeface="Arial"/>
                      </a:endParaRPr>
                    </a:p>
                    <a:p>
                      <a:pPr marL="457200" indent="-307800">
                        <a:lnSpc>
                          <a:spcPct val="115000"/>
                        </a:lnSpc>
                        <a:spcBef>
                          <a:spcPts val="1134"/>
                        </a:spcBef>
                        <a:buClr>
                          <a:srgbClr val="1a1a1a"/>
                        </a:buClr>
                        <a:buFont typeface="Times New Roman"/>
                        <a:buChar char="●"/>
                      </a:pPr>
                      <a:r>
                        <a:rPr b="0" lang="en" sz="1250" strike="noStrike" u="none">
                          <a:solidFill>
                            <a:srgbClr val="1a1a1a"/>
                          </a:solidFill>
                          <a:highlight>
                            <a:srgbClr val="ffffff"/>
                          </a:highlight>
                          <a:uFillTx/>
                          <a:latin typeface="Times New Roman"/>
                          <a:ea typeface="Times New Roman"/>
                        </a:rPr>
                        <a:t>A challenge in this system is maintaining stable GSM connectivity, as network issues or poor signal strength may disrupt real-time, affecting the efficiency of the checkout process </a:t>
                      </a:r>
                      <a:endParaRPr b="0" lang="en-IN" sz="1250" strike="noStrike" u="none">
                        <a:solidFill>
                          <a:srgbClr val="000000"/>
                        </a:solidFill>
                        <a:uFillTx/>
                        <a:latin typeface="Arial"/>
                      </a:endParaRPr>
                    </a:p>
                  </a:txBody>
                  <a:tcPr anchor="ctr" marL="90720" marR="9072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noFill/>
                  </a:tcPr>
                </a:tc>
                <a:tc>
                  <a:txBody>
                    <a:bodyPr lIns="90720" rIns="90720" anchor="ctr">
                      <a:noAutofit/>
                    </a:bodyPr>
                    <a:p>
                      <a:pPr>
                        <a:lnSpc>
                          <a:spcPct val="100000"/>
                        </a:lnSpc>
                        <a:tabLst>
                          <a:tab algn="l" pos="0"/>
                        </a:tabLst>
                      </a:pPr>
                      <a:r>
                        <a:rPr b="0" lang="en" sz="1400" strike="noStrike" u="none">
                          <a:solidFill>
                            <a:schemeClr val="dk1"/>
                          </a:solidFill>
                          <a:uFillTx/>
                          <a:latin typeface="Times New Roman"/>
                          <a:ea typeface="Times New Roman"/>
                        </a:rPr>
                        <a:t>K Sreenivasa Rao,Ayesha Shaik, N Dineshsairamreddy,  H Anusha, A Guru Rajesh,</a:t>
                      </a:r>
                      <a:endParaRPr b="0" lang="en-IN" sz="1400" strike="noStrike" u="none">
                        <a:solidFill>
                          <a:srgbClr val="000000"/>
                        </a:solidFill>
                        <a:uFillTx/>
                        <a:latin typeface="Arial"/>
                      </a:endParaRPr>
                    </a:p>
                    <a:p>
                      <a:pPr>
                        <a:lnSpc>
                          <a:spcPct val="100000"/>
                        </a:lnSpc>
                        <a:tabLst>
                          <a:tab algn="l" pos="0"/>
                        </a:tabLst>
                      </a:pPr>
                      <a:r>
                        <a:rPr b="0" lang="en" sz="1400" strike="noStrike" u="none">
                          <a:solidFill>
                            <a:schemeClr val="dk1"/>
                          </a:solidFill>
                          <a:uFillTx/>
                          <a:latin typeface="Times New Roman"/>
                          <a:ea typeface="Times New Roman"/>
                        </a:rPr>
                        <a:t>published in the Journal of Emerging Technologies and Innovative Research (JETIR), Volume 10, Issue 3, in March 2023. </a:t>
                      </a:r>
                      <a:endParaRPr b="0" lang="en-IN" sz="1400" strike="noStrike" u="none">
                        <a:solidFill>
                          <a:srgbClr val="000000"/>
                        </a:solidFill>
                        <a:uFillTx/>
                        <a:latin typeface="Arial"/>
                      </a:endParaRPr>
                    </a:p>
                  </a:txBody>
                  <a:tcPr anchor="ctr" marL="90720" marR="9072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5" name="Google Shape;118;p18" descr=""/>
          <p:cNvPicPr/>
          <p:nvPr/>
        </p:nvPicPr>
        <p:blipFill>
          <a:blip r:embed="rId1"/>
          <a:stretch/>
        </p:blipFill>
        <p:spPr>
          <a:xfrm>
            <a:off x="360" y="-161280"/>
            <a:ext cx="9142920" cy="1060560"/>
          </a:xfrm>
          <a:prstGeom prst="rect">
            <a:avLst/>
          </a:prstGeom>
          <a:noFill/>
          <a:ln w="0">
            <a:noFill/>
          </a:ln>
        </p:spPr>
      </p:pic>
      <p:sp>
        <p:nvSpPr>
          <p:cNvPr id="66" name="Google Shape;119;p18"/>
          <p:cNvSpPr/>
          <p:nvPr/>
        </p:nvSpPr>
        <p:spPr>
          <a:xfrm>
            <a:off x="258120" y="4807800"/>
            <a:ext cx="8620200" cy="39528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0" lang="en" sz="1400" strike="noStrike" u="none">
                <a:solidFill>
                  <a:schemeClr val="dk1"/>
                </a:solidFill>
                <a:uFillTx/>
                <a:latin typeface="Arial"/>
                <a:ea typeface="Arial"/>
              </a:rPr>
              <a:t>Date:10-03-2025                                                IESCE                                            Slide. No: 11</a:t>
            </a:r>
            <a:endParaRPr b="0" lang="en-IN" sz="1400" strike="noStrike" u="none">
              <a:solidFill>
                <a:srgbClr val="000000"/>
              </a:solidFill>
              <a:uFillTx/>
              <a:latin typeface="Arial"/>
            </a:endParaRPr>
          </a:p>
        </p:txBody>
      </p:sp>
      <p:graphicFrame>
        <p:nvGraphicFramePr>
          <p:cNvPr id="67" name="Google Shape;120;p18"/>
          <p:cNvGraphicFramePr/>
          <p:nvPr/>
        </p:nvGraphicFramePr>
        <p:xfrm>
          <a:off x="163800" y="1044000"/>
          <a:ext cx="8822880" cy="3605040"/>
        </p:xfrm>
        <a:graphic>
          <a:graphicData uri="http://schemas.openxmlformats.org/drawingml/2006/table">
            <a:tbl>
              <a:tblPr/>
              <a:tblGrid>
                <a:gridCol w="817200"/>
                <a:gridCol w="2823120"/>
                <a:gridCol w="2977200"/>
                <a:gridCol w="2205720"/>
              </a:tblGrid>
              <a:tr h="708120">
                <a:tc>
                  <a:txBody>
                    <a:bodyPr lIns="90720" rIns="90720" anchor="t">
                      <a:noAutofit/>
                    </a:bodyPr>
                    <a:p>
                      <a:pPr>
                        <a:lnSpc>
                          <a:spcPct val="100000"/>
                        </a:lnSpc>
                        <a:tabLst>
                          <a:tab algn="l" pos="0"/>
                        </a:tabLst>
                      </a:pPr>
                      <a:r>
                        <a:rPr b="1" lang="en" sz="1600" strike="noStrike" u="none">
                          <a:solidFill>
                            <a:schemeClr val="lt1"/>
                          </a:solidFill>
                          <a:uFillTx/>
                          <a:latin typeface="Times New Roman"/>
                          <a:ea typeface="Times New Roman"/>
                        </a:rPr>
                        <a:t>SL NO</a:t>
                      </a:r>
                      <a:endParaRPr b="0" lang="en-IN" sz="1600" strike="noStrike" u="none">
                        <a:solidFill>
                          <a:srgbClr val="ffffff"/>
                        </a:solidFill>
                        <a:uFillTx/>
                        <a:latin typeface="Arial"/>
                      </a:endParaRPr>
                    </a:p>
                  </a:txBody>
                  <a:tcPr anchor="t" marL="90720" marR="9072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solidFill>
                      <a:srgbClr val="000000"/>
                    </a:solidFill>
                  </a:tcPr>
                </a:tc>
                <a:tc>
                  <a:txBody>
                    <a:bodyPr lIns="90720" rIns="90720" anchor="t">
                      <a:noAutofit/>
                    </a:bodyPr>
                    <a:p>
                      <a:pPr algn="ctr">
                        <a:lnSpc>
                          <a:spcPct val="100000"/>
                        </a:lnSpc>
                        <a:tabLst>
                          <a:tab algn="l" pos="0"/>
                        </a:tabLst>
                      </a:pPr>
                      <a:r>
                        <a:rPr b="1" lang="en" sz="1600" strike="noStrike" u="none">
                          <a:solidFill>
                            <a:schemeClr val="lt1"/>
                          </a:solidFill>
                          <a:uFillTx/>
                          <a:latin typeface="Times New Roman"/>
                          <a:ea typeface="Times New Roman"/>
                        </a:rPr>
                        <a:t>Name of the Paper</a:t>
                      </a:r>
                      <a:endParaRPr b="0" lang="en-IN" sz="1600" strike="noStrike" u="none">
                        <a:solidFill>
                          <a:srgbClr val="ffffff"/>
                        </a:solidFill>
                        <a:uFillTx/>
                        <a:latin typeface="Arial"/>
                      </a:endParaRPr>
                    </a:p>
                  </a:txBody>
                  <a:tcPr anchor="t" marL="90720" marR="9072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solidFill>
                      <a:srgbClr val="000000"/>
                    </a:solidFill>
                  </a:tcPr>
                </a:tc>
                <a:tc>
                  <a:txBody>
                    <a:bodyPr lIns="90720" rIns="90720" anchor="t">
                      <a:noAutofit/>
                    </a:bodyPr>
                    <a:p>
                      <a:pPr algn="ctr">
                        <a:lnSpc>
                          <a:spcPct val="100000"/>
                        </a:lnSpc>
                        <a:tabLst>
                          <a:tab algn="l" pos="0"/>
                        </a:tabLst>
                      </a:pPr>
                      <a:r>
                        <a:rPr b="1" lang="en" sz="1600" strike="noStrike" u="none">
                          <a:solidFill>
                            <a:schemeClr val="lt1"/>
                          </a:solidFill>
                          <a:uFillTx/>
                          <a:latin typeface="Times New Roman"/>
                          <a:ea typeface="Times New Roman"/>
                        </a:rPr>
                        <a:t>Outcome</a:t>
                      </a:r>
                      <a:endParaRPr b="0" lang="en-IN" sz="1600" strike="noStrike" u="none">
                        <a:solidFill>
                          <a:srgbClr val="ffffff"/>
                        </a:solidFill>
                        <a:uFillTx/>
                        <a:latin typeface="Arial"/>
                      </a:endParaRPr>
                    </a:p>
                  </a:txBody>
                  <a:tcPr anchor="t" marL="90720" marR="9072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solidFill>
                      <a:srgbClr val="000000"/>
                    </a:solidFill>
                  </a:tcPr>
                </a:tc>
                <a:tc>
                  <a:txBody>
                    <a:bodyPr lIns="90720" rIns="90720" anchor="t">
                      <a:noAutofit/>
                    </a:bodyPr>
                    <a:p>
                      <a:pPr>
                        <a:lnSpc>
                          <a:spcPct val="100000"/>
                        </a:lnSpc>
                        <a:tabLst>
                          <a:tab algn="l" pos="0"/>
                        </a:tabLst>
                      </a:pPr>
                      <a:r>
                        <a:rPr b="1" lang="en" sz="1600" strike="noStrike" u="none">
                          <a:solidFill>
                            <a:schemeClr val="lt1"/>
                          </a:solidFill>
                          <a:uFillTx/>
                          <a:latin typeface="Times New Roman"/>
                          <a:ea typeface="Times New Roman"/>
                        </a:rPr>
                        <a:t>Author and Publication Details</a:t>
                      </a:r>
                      <a:endParaRPr b="0" lang="en-IN" sz="1600" strike="noStrike" u="none">
                        <a:solidFill>
                          <a:srgbClr val="ffffff"/>
                        </a:solidFill>
                        <a:uFillTx/>
                        <a:latin typeface="Arial"/>
                      </a:endParaRPr>
                    </a:p>
                  </a:txBody>
                  <a:tcPr anchor="t" marL="90720" marR="9072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solidFill>
                      <a:srgbClr val="000000"/>
                    </a:solidFill>
                  </a:tcPr>
                </a:tc>
              </a:tr>
              <a:tr h="2404800">
                <a:tc>
                  <a:txBody>
                    <a:bodyPr lIns="90720" rIns="90720" anchor="ctr">
                      <a:noAutofit/>
                    </a:bodyPr>
                    <a:p>
                      <a:pPr algn="ctr">
                        <a:lnSpc>
                          <a:spcPct val="100000"/>
                        </a:lnSpc>
                        <a:tabLst>
                          <a:tab algn="l" pos="0"/>
                        </a:tabLst>
                      </a:pPr>
                      <a:r>
                        <a:rPr b="0" lang="en" sz="1400" strike="noStrike" u="none">
                          <a:solidFill>
                            <a:srgbClr val="000000"/>
                          </a:solidFill>
                          <a:uFillTx/>
                          <a:latin typeface="Arial"/>
                          <a:ea typeface="Arial"/>
                        </a:rPr>
                        <a:t>5</a:t>
                      </a:r>
                      <a:endParaRPr b="0" lang="en-IN" sz="1400" strike="noStrike" u="none">
                        <a:solidFill>
                          <a:srgbClr val="000000"/>
                        </a:solidFill>
                        <a:uFillTx/>
                        <a:latin typeface="Arial"/>
                      </a:endParaRPr>
                    </a:p>
                  </a:txBody>
                  <a:tcPr anchor="ctr" marL="90720" marR="9072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noFill/>
                  </a:tcPr>
                </a:tc>
                <a:tc>
                  <a:txBody>
                    <a:bodyPr lIns="90720" rIns="90720" anchor="ctr">
                      <a:noAutofit/>
                    </a:bodyPr>
                    <a:p>
                      <a:pPr>
                        <a:lnSpc>
                          <a:spcPct val="100000"/>
                        </a:lnSpc>
                        <a:tabLst>
                          <a:tab algn="l" pos="0"/>
                        </a:tabLst>
                      </a:pPr>
                      <a:r>
                        <a:rPr b="0" lang="en" sz="1400" strike="noStrike" u="none">
                          <a:solidFill>
                            <a:schemeClr val="dk1"/>
                          </a:solidFill>
                          <a:uFillTx/>
                          <a:latin typeface="Times New Roman"/>
                          <a:ea typeface="Times New Roman"/>
                        </a:rPr>
                        <a:t>Research on Smart Shopping Cart</a:t>
                      </a:r>
                      <a:endParaRPr b="0" lang="en-IN" sz="1400" strike="noStrike" u="none">
                        <a:solidFill>
                          <a:srgbClr val="000000"/>
                        </a:solidFill>
                        <a:uFillTx/>
                        <a:latin typeface="Arial"/>
                      </a:endParaRPr>
                    </a:p>
                    <a:p>
                      <a:pPr>
                        <a:lnSpc>
                          <a:spcPct val="100000"/>
                        </a:lnSpc>
                        <a:spcBef>
                          <a:spcPts val="1293"/>
                        </a:spcBef>
                        <a:tabLst>
                          <a:tab algn="l" pos="0"/>
                        </a:tabLst>
                      </a:pPr>
                      <a:endParaRPr b="0" lang="en-IN" sz="1400" strike="noStrike" u="none">
                        <a:solidFill>
                          <a:srgbClr val="000000"/>
                        </a:solidFill>
                        <a:uFillTx/>
                        <a:latin typeface="Arial"/>
                      </a:endParaRPr>
                    </a:p>
                  </a:txBody>
                  <a:tcPr anchor="ctr" marL="90720" marR="9072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noFill/>
                  </a:tcPr>
                </a:tc>
                <a:tc>
                  <a:txBody>
                    <a:bodyPr lIns="90720" rIns="90720" anchor="ctr">
                      <a:noAutofit/>
                    </a:bodyPr>
                    <a:p>
                      <a:pPr marL="274320" indent="-124920" algn="just">
                        <a:lnSpc>
                          <a:spcPct val="100000"/>
                        </a:lnSpc>
                        <a:buClr>
                          <a:srgbClr val="000000"/>
                        </a:buClr>
                        <a:buFont typeface="Times New Roman"/>
                        <a:buChar char="●"/>
                      </a:pPr>
                      <a:r>
                        <a:rPr b="0" lang="en" sz="1250" strike="noStrike" u="none">
                          <a:solidFill>
                            <a:srgbClr val="000000"/>
                          </a:solidFill>
                          <a:uFillTx/>
                          <a:latin typeface="Times New Roman"/>
                          <a:ea typeface="Times New Roman"/>
                        </a:rPr>
                        <a:t>This project develops an IoT-based Smart Shopping Cart using RFID technology to automate billing and enhance the shopping experience. It features automatic item detection, reduces checkout wait times. The system integrates an microcontroller, GSM module, LCD, and keypad to display costs.</a:t>
                      </a:r>
                      <a:endParaRPr b="0" lang="en-IN" sz="1250" strike="noStrike" u="none">
                        <a:solidFill>
                          <a:srgbClr val="000000"/>
                        </a:solidFill>
                        <a:uFillTx/>
                        <a:latin typeface="Arial"/>
                      </a:endParaRPr>
                    </a:p>
                    <a:p>
                      <a:pPr marL="274320" indent="-124920" algn="just">
                        <a:lnSpc>
                          <a:spcPct val="100000"/>
                        </a:lnSpc>
                        <a:buClr>
                          <a:srgbClr val="000000"/>
                        </a:buClr>
                        <a:buFont typeface="Times New Roman"/>
                        <a:buChar char="●"/>
                      </a:pPr>
                      <a:r>
                        <a:rPr b="0" lang="en" sz="1250" strike="noStrike" u="none">
                          <a:solidFill>
                            <a:srgbClr val="000000"/>
                          </a:solidFill>
                          <a:uFillTx/>
                          <a:latin typeface="Times New Roman"/>
                          <a:ea typeface="Times New Roman"/>
                        </a:rPr>
                        <a:t>challenge for this system is ensuring seamless communication between the GSM module and the server, as network disruptions or delays could affect real-time transaction updates and payment notifications, leading to a less efficient shopping experience. </a:t>
                      </a:r>
                      <a:endParaRPr b="0" lang="en-IN" sz="1250" strike="noStrike" u="none">
                        <a:solidFill>
                          <a:srgbClr val="000000"/>
                        </a:solidFill>
                        <a:uFillTx/>
                        <a:latin typeface="Arial"/>
                      </a:endParaRPr>
                    </a:p>
                  </a:txBody>
                  <a:tcPr anchor="ctr" marL="90720" marR="9072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noFill/>
                  </a:tcPr>
                </a:tc>
                <a:tc>
                  <a:txBody>
                    <a:bodyPr lIns="90720" rIns="90720" anchor="ctr">
                      <a:noAutofit/>
                    </a:bodyPr>
                    <a:p>
                      <a:pPr algn="just">
                        <a:lnSpc>
                          <a:spcPct val="100000"/>
                        </a:lnSpc>
                        <a:tabLst>
                          <a:tab algn="l" pos="0"/>
                        </a:tabLst>
                      </a:pPr>
                      <a:r>
                        <a:rPr b="0" lang="en" sz="1400" strike="noStrike" u="none">
                          <a:solidFill>
                            <a:schemeClr val="dk1"/>
                          </a:solidFill>
                          <a:uFillTx/>
                          <a:latin typeface="Times New Roman"/>
                          <a:ea typeface="Times New Roman"/>
                        </a:rPr>
                        <a:t>Prof. Roopa C , Nivas Chandra Reddy,</a:t>
                      </a:r>
                      <a:endParaRPr b="0" lang="en-IN" sz="1400" strike="noStrike" u="none">
                        <a:solidFill>
                          <a:srgbClr val="000000"/>
                        </a:solidFill>
                        <a:uFillTx/>
                        <a:latin typeface="Arial"/>
                      </a:endParaRPr>
                    </a:p>
                    <a:p>
                      <a:pPr>
                        <a:lnSpc>
                          <a:spcPct val="100000"/>
                        </a:lnSpc>
                        <a:spcBef>
                          <a:spcPts val="567"/>
                        </a:spcBef>
                        <a:tabLst>
                          <a:tab algn="l" pos="0"/>
                        </a:tabLst>
                      </a:pPr>
                      <a:r>
                        <a:rPr b="0" lang="en" sz="1400" strike="noStrike" u="none">
                          <a:solidFill>
                            <a:schemeClr val="dk1"/>
                          </a:solidFill>
                          <a:uFillTx/>
                          <a:latin typeface="Times New Roman"/>
                          <a:ea typeface="Times New Roman"/>
                        </a:rPr>
                        <a:t>published in the Journal of Emerging Technologies and Innovative Research (JETIR), Volume 11, Issue 3, in March 2024. </a:t>
                      </a:r>
                      <a:endParaRPr b="0" lang="en-IN" sz="1400" strike="noStrike" u="none">
                        <a:solidFill>
                          <a:srgbClr val="000000"/>
                        </a:solidFill>
                        <a:uFillTx/>
                        <a:latin typeface="Arial"/>
                      </a:endParaRPr>
                    </a:p>
                  </a:txBody>
                  <a:tcPr anchor="ctr" marL="90720" marR="9072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8" name="Google Shape;126;p19" descr=""/>
          <p:cNvPicPr/>
          <p:nvPr/>
        </p:nvPicPr>
        <p:blipFill>
          <a:blip r:embed="rId1"/>
          <a:stretch/>
        </p:blipFill>
        <p:spPr>
          <a:xfrm>
            <a:off x="0" y="0"/>
            <a:ext cx="9142920" cy="1060560"/>
          </a:xfrm>
          <a:prstGeom prst="rect">
            <a:avLst/>
          </a:prstGeom>
          <a:noFill/>
          <a:ln w="0">
            <a:noFill/>
          </a:ln>
        </p:spPr>
      </p:pic>
      <p:sp>
        <p:nvSpPr>
          <p:cNvPr id="69" name="Google Shape;127;p19"/>
          <p:cNvSpPr/>
          <p:nvPr/>
        </p:nvSpPr>
        <p:spPr>
          <a:xfrm>
            <a:off x="626040" y="4678560"/>
            <a:ext cx="8646120" cy="39528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0" lang="en" sz="1400" strike="noStrike" u="none">
                <a:solidFill>
                  <a:schemeClr val="dk1"/>
                </a:solidFill>
                <a:uFillTx/>
                <a:latin typeface="Arial"/>
                <a:ea typeface="Arial"/>
              </a:rPr>
              <a:t> </a:t>
            </a:r>
            <a:r>
              <a:rPr b="0" lang="en" sz="1400" strike="noStrike" u="none">
                <a:solidFill>
                  <a:schemeClr val="dk1"/>
                </a:solidFill>
                <a:uFillTx/>
                <a:latin typeface="Arial"/>
                <a:ea typeface="Arial"/>
              </a:rPr>
              <a:t>Date:10-03-2025                                                IESCE                                            Slide. No: 12</a:t>
            </a:r>
            <a:endParaRPr b="0" lang="en-IN" sz="1400" strike="noStrike" u="none">
              <a:solidFill>
                <a:srgbClr val="000000"/>
              </a:solidFill>
              <a:uFillTx/>
              <a:latin typeface="Arial"/>
            </a:endParaRPr>
          </a:p>
        </p:txBody>
      </p:sp>
      <p:sp>
        <p:nvSpPr>
          <p:cNvPr id="70" name="PlaceHolder 3"/>
          <p:cNvSpPr txBox="1"/>
          <p:nvPr/>
        </p:nvSpPr>
        <p:spPr>
          <a:xfrm>
            <a:off x="358920" y="1132200"/>
            <a:ext cx="8519400" cy="3600000"/>
          </a:xfrm>
          <a:prstGeom prst="rect">
            <a:avLst/>
          </a:prstGeom>
          <a:noFill/>
          <a:ln w="0">
            <a:noFill/>
          </a:ln>
        </p:spPr>
        <p:txBody>
          <a:bodyPr tIns="91440" bIns="91440" anchor="t">
            <a:normAutofit/>
          </a:bodyPr>
          <a:p>
            <a:pPr algn="ctr">
              <a:lnSpc>
                <a:spcPct val="80000"/>
              </a:lnSpc>
              <a:spcBef>
                <a:spcPts val="1191"/>
              </a:spcBef>
              <a:spcAft>
                <a:spcPts val="992"/>
              </a:spcAft>
              <a:tabLst>
                <a:tab algn="l" pos="0"/>
              </a:tabLst>
            </a:pPr>
            <a:r>
              <a:rPr b="1" lang="en" sz="2180" strike="noStrike" u="none">
                <a:solidFill>
                  <a:schemeClr val="dk1"/>
                </a:solidFill>
                <a:uFillTx/>
                <a:latin typeface="Times New Roman"/>
                <a:ea typeface="Times New Roman"/>
              </a:rPr>
              <a:t>PROPOSED SYSTEM </a:t>
            </a:r>
            <a:endParaRPr b="0" lang="en-IN" sz="2180" strike="noStrike" u="none">
              <a:solidFill>
                <a:srgbClr val="000000"/>
              </a:solidFill>
              <a:uFillTx/>
              <a:latin typeface="Arial"/>
            </a:endParaRPr>
          </a:p>
          <a:p>
            <a:pPr marL="914400">
              <a:lnSpc>
                <a:spcPct val="80000"/>
              </a:lnSpc>
              <a:tabLst>
                <a:tab algn="l" pos="0"/>
              </a:tabLst>
            </a:pPr>
            <a:endParaRPr b="0" lang="en-IN" sz="2180" strike="noStrike" u="none">
              <a:solidFill>
                <a:srgbClr val="000000"/>
              </a:solidFill>
              <a:uFillTx/>
              <a:latin typeface="Arial"/>
            </a:endParaRPr>
          </a:p>
          <a:p>
            <a:pPr marL="457200" indent="-355680" algn="just">
              <a:lnSpc>
                <a:spcPct val="110000"/>
              </a:lnSpc>
              <a:spcBef>
                <a:spcPts val="1191"/>
              </a:spcBef>
              <a:buClr>
                <a:srgbClr val="000000"/>
              </a:buClr>
              <a:buFont typeface="Times New Roman"/>
              <a:buChar char="●"/>
              <a:tabLst>
                <a:tab algn="l" pos="0"/>
              </a:tabLst>
            </a:pPr>
            <a:r>
              <a:rPr b="0" lang="en" sz="2000" strike="noStrike" u="none">
                <a:solidFill>
                  <a:srgbClr val="1a1a1a"/>
                </a:solidFill>
                <a:highlight>
                  <a:srgbClr val="ffffff"/>
                </a:highlight>
                <a:uFillTx/>
                <a:latin typeface="Times New Roman"/>
                <a:ea typeface="Times New Roman"/>
              </a:rPr>
              <a:t>RFID Scanning: Scan items as you add them to the cart for instant recording.</a:t>
            </a:r>
            <a:endParaRPr b="0" lang="en-IN" sz="2000" strike="noStrike" u="none">
              <a:solidFill>
                <a:srgbClr val="000000"/>
              </a:solidFill>
              <a:uFillTx/>
              <a:latin typeface="Arial"/>
            </a:endParaRPr>
          </a:p>
          <a:p>
            <a:pPr marL="457200" indent="-355680" algn="just">
              <a:lnSpc>
                <a:spcPct val="110000"/>
              </a:lnSpc>
              <a:spcBef>
                <a:spcPts val="1191"/>
              </a:spcBef>
              <a:buClr>
                <a:srgbClr val="000000"/>
              </a:buClr>
              <a:buFont typeface="Times New Roman"/>
              <a:buChar char="●"/>
              <a:tabLst>
                <a:tab algn="l" pos="0"/>
              </a:tabLst>
            </a:pPr>
            <a:r>
              <a:rPr b="0" lang="en" sz="2000" strike="noStrike" u="none">
                <a:solidFill>
                  <a:srgbClr val="1a1a1a"/>
                </a:solidFill>
                <a:highlight>
                  <a:srgbClr val="ffffff"/>
                </a:highlight>
                <a:uFillTx/>
                <a:latin typeface="Times New Roman"/>
                <a:ea typeface="Times New Roman"/>
              </a:rPr>
              <a:t>Real-Time Display: LCD screen displays item details and updated totals.</a:t>
            </a:r>
            <a:endParaRPr b="0" lang="en-IN" sz="2000" strike="noStrike" u="none">
              <a:solidFill>
                <a:srgbClr val="000000"/>
              </a:solidFill>
              <a:uFillTx/>
              <a:latin typeface="Arial"/>
            </a:endParaRPr>
          </a:p>
          <a:p>
            <a:pPr marL="457200" indent="-355680" algn="just">
              <a:lnSpc>
                <a:spcPct val="110000"/>
              </a:lnSpc>
              <a:spcBef>
                <a:spcPts val="1191"/>
              </a:spcBef>
              <a:buClr>
                <a:srgbClr val="000000"/>
              </a:buClr>
              <a:buFont typeface="Times New Roman"/>
              <a:buChar char="●"/>
              <a:tabLst>
                <a:tab algn="l" pos="0"/>
              </a:tabLst>
            </a:pPr>
            <a:r>
              <a:rPr b="0" lang="en" sz="2000" strike="noStrike" u="none">
                <a:solidFill>
                  <a:srgbClr val="1a1a1a"/>
                </a:solidFill>
                <a:highlight>
                  <a:srgbClr val="ffffff"/>
                </a:highlight>
                <a:uFillTx/>
                <a:latin typeface="Times New Roman"/>
                <a:ea typeface="Times New Roman"/>
              </a:rPr>
              <a:t>Automated Billing: Cart maintains a live total for fast and easy checkout.</a:t>
            </a:r>
            <a:endParaRPr b="0" lang="en-IN" sz="2000" strike="noStrike" u="none">
              <a:solidFill>
                <a:srgbClr val="000000"/>
              </a:solidFill>
              <a:uFillTx/>
              <a:latin typeface="Arial"/>
            </a:endParaRPr>
          </a:p>
          <a:p>
            <a:pPr marL="457200" indent="-355680" algn="just">
              <a:lnSpc>
                <a:spcPct val="110000"/>
              </a:lnSpc>
              <a:spcBef>
                <a:spcPts val="1191"/>
              </a:spcBef>
              <a:buClr>
                <a:srgbClr val="000000"/>
              </a:buClr>
              <a:buFont typeface="Times New Roman"/>
              <a:buChar char="●"/>
              <a:tabLst>
                <a:tab algn="l" pos="0"/>
              </a:tabLst>
            </a:pPr>
            <a:r>
              <a:rPr b="0" lang="en" sz="2000" strike="noStrike" u="none">
                <a:solidFill>
                  <a:srgbClr val="1a1a1a"/>
                </a:solidFill>
                <a:highlight>
                  <a:srgbClr val="ffffff"/>
                </a:highlight>
                <a:uFillTx/>
                <a:latin typeface="Times New Roman"/>
                <a:ea typeface="Times New Roman"/>
              </a:rPr>
              <a:t>No Manual Scanning: Eliminates manual barcode scanning, reducing cashier workload and wait times.</a:t>
            </a:r>
            <a:endParaRPr b="0" lang="en-IN" sz="2000" strike="noStrike" u="none">
              <a:solidFill>
                <a:srgbClr val="000000"/>
              </a:solidFill>
              <a:uFillTx/>
              <a:latin typeface="Arial"/>
            </a:endParaRPr>
          </a:p>
          <a:p>
            <a:pPr marL="914400" algn="just">
              <a:lnSpc>
                <a:spcPct val="100000"/>
              </a:lnSpc>
              <a:spcBef>
                <a:spcPts val="1993"/>
              </a:spcBef>
              <a:tabLst>
                <a:tab algn="l" pos="0"/>
              </a:tabLst>
            </a:pPr>
            <a:endParaRPr b="0" lang="en-IN" sz="20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 name="PlaceHolder 1"/>
          <p:cNvSpPr>
            <a:spLocks noGrp="1"/>
          </p:cNvSpPr>
          <p:nvPr>
            <p:ph type="subTitle"/>
          </p:nvPr>
        </p:nvSpPr>
        <p:spPr>
          <a:xfrm>
            <a:off x="358560" y="1132200"/>
            <a:ext cx="8519400" cy="3600000"/>
          </a:xfrm>
          <a:prstGeom prst="rect">
            <a:avLst/>
          </a:prstGeom>
          <a:noFill/>
          <a:ln w="0">
            <a:noFill/>
          </a:ln>
        </p:spPr>
        <p:txBody>
          <a:bodyPr lIns="91440" rIns="91440" tIns="91440" bIns="91440" anchor="t">
            <a:normAutofit/>
          </a:bodyPr>
          <a:p>
            <a:pPr algn="ctr">
              <a:lnSpc>
                <a:spcPct val="80000"/>
              </a:lnSpc>
              <a:tabLst>
                <a:tab algn="l" pos="0"/>
              </a:tabLst>
            </a:pPr>
            <a:r>
              <a:rPr b="1" lang="en" sz="2180" strike="noStrike" u="none">
                <a:solidFill>
                  <a:schemeClr val="dk1"/>
                </a:solidFill>
                <a:uFillTx/>
                <a:latin typeface="Times New Roman"/>
                <a:ea typeface="Times New Roman"/>
              </a:rPr>
              <a:t>ADVANTAGES</a:t>
            </a:r>
            <a:endParaRPr b="0" lang="en-IN" sz="2180" strike="noStrike" u="none">
              <a:solidFill>
                <a:srgbClr val="000000"/>
              </a:solidFill>
              <a:uFillTx/>
              <a:latin typeface="Arial"/>
            </a:endParaRPr>
          </a:p>
          <a:p>
            <a:pPr marL="914400">
              <a:lnSpc>
                <a:spcPct val="80000"/>
              </a:lnSpc>
              <a:tabLst>
                <a:tab algn="l" pos="0"/>
              </a:tabLst>
            </a:pPr>
            <a:endParaRPr b="0" lang="en-IN" sz="2180" strike="noStrike" u="none">
              <a:solidFill>
                <a:srgbClr val="000000"/>
              </a:solidFill>
              <a:uFillTx/>
              <a:latin typeface="Arial"/>
            </a:endParaRPr>
          </a:p>
          <a:p>
            <a:pPr marL="457200" indent="-355680" algn="just">
              <a:lnSpc>
                <a:spcPct val="110000"/>
              </a:lnSpc>
              <a:spcBef>
                <a:spcPts val="1191"/>
              </a:spcBef>
              <a:buClr>
                <a:srgbClr val="000000"/>
              </a:buClr>
              <a:buFont typeface="Times New Roman"/>
              <a:buChar char="●"/>
              <a:tabLst>
                <a:tab algn="l" pos="0"/>
              </a:tabLst>
            </a:pPr>
            <a:r>
              <a:rPr b="0" lang="en" sz="2000" strike="noStrike" u="none">
                <a:solidFill>
                  <a:srgbClr val="1a1a1a"/>
                </a:solidFill>
                <a:highlight>
                  <a:srgbClr val="ffffff"/>
                </a:highlight>
                <a:uFillTx/>
                <a:latin typeface="Times New Roman"/>
                <a:ea typeface="Times New Roman"/>
              </a:rPr>
              <a:t>Reduced Checkout Stress</a:t>
            </a:r>
            <a:endParaRPr b="0" lang="en-IN" sz="2000" strike="noStrike" u="none">
              <a:solidFill>
                <a:srgbClr val="000000"/>
              </a:solidFill>
              <a:uFillTx/>
              <a:latin typeface="Arial"/>
            </a:endParaRPr>
          </a:p>
          <a:p>
            <a:pPr marL="457200" indent="-355680" algn="just">
              <a:lnSpc>
                <a:spcPct val="110000"/>
              </a:lnSpc>
              <a:spcBef>
                <a:spcPts val="1191"/>
              </a:spcBef>
              <a:buClr>
                <a:srgbClr val="000000"/>
              </a:buClr>
              <a:buFont typeface="Times New Roman"/>
              <a:buChar char="●"/>
              <a:tabLst>
                <a:tab algn="l" pos="0"/>
              </a:tabLst>
            </a:pPr>
            <a:r>
              <a:rPr b="0" lang="en" sz="2000" strike="noStrike" u="none">
                <a:solidFill>
                  <a:srgbClr val="1a1a1a"/>
                </a:solidFill>
                <a:highlight>
                  <a:srgbClr val="ffffff"/>
                </a:highlight>
                <a:uFillTx/>
                <a:latin typeface="Times New Roman"/>
                <a:ea typeface="Times New Roman"/>
              </a:rPr>
              <a:t>Efficient Multi-Item Scanning </a:t>
            </a:r>
            <a:endParaRPr b="0" lang="en-IN" sz="2000" strike="noStrike" u="none">
              <a:solidFill>
                <a:srgbClr val="000000"/>
              </a:solidFill>
              <a:uFillTx/>
              <a:latin typeface="Arial"/>
            </a:endParaRPr>
          </a:p>
          <a:p>
            <a:pPr marL="457200" indent="-355680" algn="just">
              <a:lnSpc>
                <a:spcPct val="110000"/>
              </a:lnSpc>
              <a:spcBef>
                <a:spcPts val="1191"/>
              </a:spcBef>
              <a:buClr>
                <a:srgbClr val="000000"/>
              </a:buClr>
              <a:buFont typeface="Times New Roman"/>
              <a:buChar char="●"/>
              <a:tabLst>
                <a:tab algn="l" pos="0"/>
              </a:tabLst>
            </a:pPr>
            <a:r>
              <a:rPr b="0" lang="en" sz="2000" strike="noStrike" u="none">
                <a:solidFill>
                  <a:srgbClr val="1a1a1a"/>
                </a:solidFill>
                <a:highlight>
                  <a:srgbClr val="ffffff"/>
                </a:highlight>
                <a:uFillTx/>
                <a:latin typeface="Times New Roman"/>
                <a:ea typeface="Times New Roman"/>
              </a:rPr>
              <a:t>Increased Customer Satisfaction </a:t>
            </a:r>
            <a:endParaRPr b="0" lang="en-IN" sz="2000" strike="noStrike" u="none">
              <a:solidFill>
                <a:srgbClr val="000000"/>
              </a:solidFill>
              <a:uFillTx/>
              <a:latin typeface="Arial"/>
            </a:endParaRPr>
          </a:p>
          <a:p>
            <a:pPr marL="914400" algn="just">
              <a:lnSpc>
                <a:spcPct val="100000"/>
              </a:lnSpc>
              <a:spcBef>
                <a:spcPts val="1993"/>
              </a:spcBef>
              <a:tabLst>
                <a:tab algn="l" pos="0"/>
              </a:tabLst>
            </a:pPr>
            <a:endParaRPr b="0" lang="en-IN" sz="2000" strike="noStrike" u="none">
              <a:solidFill>
                <a:srgbClr val="000000"/>
              </a:solidFill>
              <a:uFillTx/>
              <a:latin typeface="Arial"/>
            </a:endParaRPr>
          </a:p>
        </p:txBody>
      </p:sp>
      <p:pic>
        <p:nvPicPr>
          <p:cNvPr id="72" name="Google Shape;133;p20" descr=""/>
          <p:cNvPicPr/>
          <p:nvPr/>
        </p:nvPicPr>
        <p:blipFill>
          <a:blip r:embed="rId1"/>
          <a:stretch/>
        </p:blipFill>
        <p:spPr>
          <a:xfrm>
            <a:off x="0" y="0"/>
            <a:ext cx="9142920" cy="1060560"/>
          </a:xfrm>
          <a:prstGeom prst="rect">
            <a:avLst/>
          </a:prstGeom>
          <a:noFill/>
          <a:ln w="0">
            <a:noFill/>
          </a:ln>
        </p:spPr>
      </p:pic>
      <p:sp>
        <p:nvSpPr>
          <p:cNvPr id="73" name="Google Shape;134;p20"/>
          <p:cNvSpPr/>
          <p:nvPr/>
        </p:nvSpPr>
        <p:spPr>
          <a:xfrm>
            <a:off x="1069920" y="4807800"/>
            <a:ext cx="7630560" cy="39528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0" lang="en" sz="1400" strike="noStrike" u="none">
                <a:solidFill>
                  <a:schemeClr val="dk1"/>
                </a:solidFill>
                <a:uFillTx/>
                <a:latin typeface="Arial"/>
                <a:ea typeface="Arial"/>
              </a:rPr>
              <a:t>Date:10-03-2025                                             IESCE                                            Slide. No: 13</a:t>
            </a:r>
            <a:endParaRPr b="0" lang="en-IN" sz="14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 name="PlaceHolder 1"/>
          <p:cNvSpPr>
            <a:spLocks noGrp="1"/>
          </p:cNvSpPr>
          <p:nvPr>
            <p:ph type="subTitle"/>
          </p:nvPr>
        </p:nvSpPr>
        <p:spPr>
          <a:xfrm>
            <a:off x="358560" y="1132200"/>
            <a:ext cx="8537400" cy="3592080"/>
          </a:xfrm>
          <a:prstGeom prst="rect">
            <a:avLst/>
          </a:prstGeom>
          <a:noFill/>
          <a:ln w="0">
            <a:noFill/>
          </a:ln>
        </p:spPr>
        <p:txBody>
          <a:bodyPr lIns="91440" rIns="91440" tIns="91440" bIns="91440" anchor="t">
            <a:normAutofit fontScale="92500" lnSpcReduction="9999"/>
          </a:bodyPr>
          <a:p>
            <a:pPr algn="ctr">
              <a:lnSpc>
                <a:spcPct val="80000"/>
              </a:lnSpc>
              <a:tabLst>
                <a:tab algn="l" pos="0"/>
              </a:tabLst>
            </a:pPr>
            <a:r>
              <a:rPr b="1" lang="en" sz="2480" strike="noStrike" u="none">
                <a:solidFill>
                  <a:schemeClr val="dk1"/>
                </a:solidFill>
                <a:uFillTx/>
                <a:latin typeface="Times New Roman"/>
                <a:ea typeface="Times New Roman"/>
              </a:rPr>
              <a:t>METHODOLOGY</a:t>
            </a:r>
            <a:endParaRPr b="0" lang="en-IN" sz="2480" strike="noStrike" u="none">
              <a:solidFill>
                <a:srgbClr val="000000"/>
              </a:solidFill>
              <a:uFillTx/>
              <a:latin typeface="Arial"/>
            </a:endParaRPr>
          </a:p>
          <a:p>
            <a:pPr algn="just">
              <a:lnSpc>
                <a:spcPct val="110000"/>
              </a:lnSpc>
              <a:tabLst>
                <a:tab algn="l" pos="0"/>
              </a:tabLst>
            </a:pPr>
            <a:endParaRPr b="0" lang="en-IN" sz="3400" strike="noStrike" u="none">
              <a:solidFill>
                <a:srgbClr val="000000"/>
              </a:solidFill>
              <a:uFillTx/>
              <a:latin typeface="Arial"/>
            </a:endParaRPr>
          </a:p>
          <a:p>
            <a:pPr algn="just">
              <a:lnSpc>
                <a:spcPct val="80000"/>
              </a:lnSpc>
              <a:spcBef>
                <a:spcPts val="1001"/>
              </a:spcBef>
              <a:tabLst>
                <a:tab algn="l" pos="0"/>
              </a:tabLst>
            </a:pPr>
            <a:r>
              <a:rPr b="1" lang="en" sz="2000" strike="noStrike" u="none">
                <a:solidFill>
                  <a:srgbClr val="000000"/>
                </a:solidFill>
                <a:uFillTx/>
                <a:latin typeface="Times New Roman"/>
                <a:ea typeface="Times New Roman"/>
              </a:rPr>
              <a:t>Module 1: RFID-Based Product Identification Module</a:t>
            </a:r>
            <a:endParaRPr b="0" lang="en-IN" sz="2000" strike="noStrike" u="none">
              <a:solidFill>
                <a:srgbClr val="000000"/>
              </a:solidFill>
              <a:uFillTx/>
              <a:latin typeface="Arial"/>
            </a:endParaRPr>
          </a:p>
          <a:p>
            <a:pPr algn="just">
              <a:lnSpc>
                <a:spcPct val="80000"/>
              </a:lnSpc>
              <a:spcBef>
                <a:spcPts val="1001"/>
              </a:spcBef>
              <a:tabLst>
                <a:tab algn="l" pos="0"/>
              </a:tabLst>
            </a:pPr>
            <a:r>
              <a:rPr b="0" lang="en" sz="2000" strike="noStrike" u="none">
                <a:solidFill>
                  <a:srgbClr val="000000"/>
                </a:solidFill>
                <a:uFillTx/>
                <a:latin typeface="Times New Roman"/>
                <a:ea typeface="Times New Roman"/>
              </a:rPr>
              <a:t>Objective: Automatically detect and identify products added to the cart</a:t>
            </a:r>
            <a:endParaRPr b="0" lang="en-IN" sz="2000" strike="noStrike" u="none">
              <a:solidFill>
                <a:srgbClr val="000000"/>
              </a:solidFill>
              <a:uFillTx/>
              <a:latin typeface="Arial"/>
            </a:endParaRPr>
          </a:p>
          <a:p>
            <a:pPr algn="just">
              <a:lnSpc>
                <a:spcPct val="80000"/>
              </a:lnSpc>
              <a:spcBef>
                <a:spcPts val="1001"/>
              </a:spcBef>
              <a:tabLst>
                <a:tab algn="l" pos="0"/>
              </a:tabLst>
            </a:pPr>
            <a:r>
              <a:rPr b="0" lang="en" sz="2000" strike="noStrike" u="none">
                <a:solidFill>
                  <a:srgbClr val="000000"/>
                </a:solidFill>
                <a:uFillTx/>
                <a:latin typeface="Times New Roman"/>
                <a:ea typeface="Times New Roman"/>
              </a:rPr>
              <a:t>Components: RFID Tags → </a:t>
            </a:r>
            <a:r>
              <a:rPr b="0" lang="en" sz="2000" strike="noStrike" u="none">
                <a:solidFill>
                  <a:schemeClr val="dk1"/>
                </a:solidFill>
                <a:uFillTx/>
                <a:latin typeface="Times New Roman"/>
                <a:ea typeface="Times New Roman"/>
              </a:rPr>
              <a:t>RFID Reader → </a:t>
            </a:r>
            <a:r>
              <a:rPr b="0" lang="en" sz="2000" strike="noStrike" u="none">
                <a:solidFill>
                  <a:srgbClr val="000000"/>
                </a:solidFill>
                <a:uFillTx/>
                <a:latin typeface="Times New Roman"/>
                <a:ea typeface="Times New Roman"/>
              </a:rPr>
              <a:t>Microcontroller</a:t>
            </a:r>
            <a:endParaRPr b="0" lang="en-IN" sz="2000" strike="noStrike" u="none">
              <a:solidFill>
                <a:srgbClr val="000000"/>
              </a:solidFill>
              <a:uFillTx/>
              <a:latin typeface="Arial"/>
            </a:endParaRPr>
          </a:p>
          <a:p>
            <a:pPr algn="just">
              <a:lnSpc>
                <a:spcPct val="110000"/>
              </a:lnSpc>
              <a:spcBef>
                <a:spcPts val="1001"/>
              </a:spcBef>
              <a:tabLst>
                <a:tab algn="l" pos="0"/>
              </a:tabLst>
            </a:pPr>
            <a:endParaRPr b="0" lang="en-IN" sz="2000" strike="noStrike" u="none">
              <a:solidFill>
                <a:srgbClr val="000000"/>
              </a:solidFill>
              <a:uFillTx/>
              <a:latin typeface="Arial"/>
            </a:endParaRPr>
          </a:p>
          <a:p>
            <a:pPr algn="just">
              <a:lnSpc>
                <a:spcPct val="100000"/>
              </a:lnSpc>
              <a:spcBef>
                <a:spcPts val="1001"/>
              </a:spcBef>
              <a:tabLst>
                <a:tab algn="l" pos="0"/>
              </a:tabLst>
            </a:pPr>
            <a:r>
              <a:rPr b="1" lang="en" sz="2000" strike="noStrike" u="none">
                <a:solidFill>
                  <a:srgbClr val="000000"/>
                </a:solidFill>
                <a:uFillTx/>
                <a:latin typeface="Times New Roman"/>
                <a:ea typeface="Times New Roman"/>
              </a:rPr>
              <a:t>Module 2. Billing &amp; Pricing Module</a:t>
            </a:r>
            <a:endParaRPr b="0" lang="en-IN" sz="2000" strike="noStrike" u="none">
              <a:solidFill>
                <a:srgbClr val="000000"/>
              </a:solidFill>
              <a:uFillTx/>
              <a:latin typeface="Arial"/>
            </a:endParaRPr>
          </a:p>
          <a:p>
            <a:pPr algn="just">
              <a:lnSpc>
                <a:spcPct val="100000"/>
              </a:lnSpc>
              <a:spcBef>
                <a:spcPts val="1001"/>
              </a:spcBef>
              <a:tabLst>
                <a:tab algn="l" pos="0"/>
              </a:tabLst>
            </a:pPr>
            <a:r>
              <a:rPr b="0" lang="en" sz="2000" strike="noStrike" u="none">
                <a:solidFill>
                  <a:srgbClr val="000000"/>
                </a:solidFill>
                <a:uFillTx/>
                <a:latin typeface="Times New Roman"/>
                <a:ea typeface="Times New Roman"/>
              </a:rPr>
              <a:t>Objective: Maintain an updated total bill as products are added/removed.</a:t>
            </a:r>
            <a:endParaRPr b="0" lang="en-IN" sz="2000" strike="noStrike" u="none">
              <a:solidFill>
                <a:srgbClr val="000000"/>
              </a:solidFill>
              <a:uFillTx/>
              <a:latin typeface="Arial"/>
            </a:endParaRPr>
          </a:p>
          <a:p>
            <a:pPr algn="just">
              <a:lnSpc>
                <a:spcPct val="100000"/>
              </a:lnSpc>
              <a:spcBef>
                <a:spcPts val="1001"/>
              </a:spcBef>
              <a:tabLst>
                <a:tab algn="l" pos="0"/>
              </a:tabLst>
            </a:pPr>
            <a:r>
              <a:rPr b="0" lang="en" sz="2000" strike="noStrike" u="none">
                <a:solidFill>
                  <a:srgbClr val="000000"/>
                </a:solidFill>
                <a:uFillTx/>
                <a:latin typeface="Times New Roman"/>
                <a:ea typeface="Times New Roman"/>
              </a:rPr>
              <a:t>Components: Microcontroller → </a:t>
            </a:r>
            <a:r>
              <a:rPr b="0" lang="en" sz="2000" strike="noStrike" u="none">
                <a:solidFill>
                  <a:schemeClr val="dk1"/>
                </a:solidFill>
                <a:uFillTx/>
                <a:latin typeface="Times New Roman"/>
                <a:ea typeface="Times New Roman"/>
              </a:rPr>
              <a:t>Display Unit</a:t>
            </a:r>
            <a:endParaRPr b="0" lang="en-IN" sz="2000" strike="noStrike" u="none">
              <a:solidFill>
                <a:srgbClr val="000000"/>
              </a:solidFill>
              <a:uFillTx/>
              <a:latin typeface="Arial"/>
            </a:endParaRPr>
          </a:p>
          <a:p>
            <a:pPr marL="914400" algn="just">
              <a:lnSpc>
                <a:spcPct val="100000"/>
              </a:lnSpc>
              <a:spcBef>
                <a:spcPts val="1001"/>
              </a:spcBef>
              <a:tabLst>
                <a:tab algn="l" pos="0"/>
              </a:tabLst>
            </a:pPr>
            <a:endParaRPr b="0" lang="en-IN" sz="2000" strike="noStrike" u="none">
              <a:solidFill>
                <a:srgbClr val="000000"/>
              </a:solidFill>
              <a:uFillTx/>
              <a:latin typeface="Arial"/>
            </a:endParaRPr>
          </a:p>
        </p:txBody>
      </p:sp>
      <p:pic>
        <p:nvPicPr>
          <p:cNvPr id="75" name="Google Shape;140;p21" descr=""/>
          <p:cNvPicPr/>
          <p:nvPr/>
        </p:nvPicPr>
        <p:blipFill>
          <a:blip r:embed="rId1"/>
          <a:stretch/>
        </p:blipFill>
        <p:spPr>
          <a:xfrm>
            <a:off x="0" y="0"/>
            <a:ext cx="9142920" cy="1060560"/>
          </a:xfrm>
          <a:prstGeom prst="rect">
            <a:avLst/>
          </a:prstGeom>
          <a:noFill/>
          <a:ln w="0">
            <a:noFill/>
          </a:ln>
        </p:spPr>
      </p:pic>
      <p:sp>
        <p:nvSpPr>
          <p:cNvPr id="76" name="Google Shape;141;p21"/>
          <p:cNvSpPr/>
          <p:nvPr/>
        </p:nvSpPr>
        <p:spPr>
          <a:xfrm>
            <a:off x="1069920" y="4807800"/>
            <a:ext cx="7630560" cy="39528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0" lang="en" sz="1400" strike="noStrike" u="none">
                <a:solidFill>
                  <a:schemeClr val="dk1"/>
                </a:solidFill>
                <a:uFillTx/>
                <a:latin typeface="Arial"/>
                <a:ea typeface="Arial"/>
              </a:rPr>
              <a:t>Date:10-03-2025                                             IESCE                                            Slide. No: 14</a:t>
            </a:r>
            <a:endParaRPr b="0" lang="en-IN" sz="14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 name="PlaceHolder 1"/>
          <p:cNvSpPr>
            <a:spLocks noGrp="1"/>
          </p:cNvSpPr>
          <p:nvPr>
            <p:ph type="subTitle"/>
          </p:nvPr>
        </p:nvSpPr>
        <p:spPr>
          <a:xfrm>
            <a:off x="358560" y="1061640"/>
            <a:ext cx="8519400" cy="3805920"/>
          </a:xfrm>
          <a:prstGeom prst="rect">
            <a:avLst/>
          </a:prstGeom>
          <a:noFill/>
          <a:ln w="0">
            <a:noFill/>
          </a:ln>
        </p:spPr>
        <p:txBody>
          <a:bodyPr lIns="91440" rIns="91440" tIns="91440" bIns="91440" anchor="t">
            <a:normAutofit/>
          </a:bodyPr>
          <a:p>
            <a:pPr>
              <a:lnSpc>
                <a:spcPct val="80000"/>
              </a:lnSpc>
              <a:tabLst>
                <a:tab algn="l" pos="0"/>
              </a:tabLst>
            </a:pPr>
            <a:r>
              <a:rPr b="1" lang="en" sz="2200" strike="noStrike" u="none">
                <a:solidFill>
                  <a:schemeClr val="dk1"/>
                </a:solidFill>
                <a:uFillTx/>
                <a:latin typeface="Times New Roman"/>
                <a:ea typeface="Times New Roman"/>
              </a:rPr>
              <a:t>                                         </a:t>
            </a:r>
            <a:r>
              <a:rPr b="1" lang="en" sz="2200" strike="noStrike" u="none">
                <a:solidFill>
                  <a:schemeClr val="dk1"/>
                </a:solidFill>
                <a:uFillTx/>
                <a:latin typeface="Times New Roman"/>
                <a:ea typeface="Times New Roman"/>
              </a:rPr>
              <a:t>BLOCK DIAGRAM</a:t>
            </a:r>
            <a:endParaRPr b="0" lang="en-IN" sz="2200" strike="noStrike" u="none">
              <a:solidFill>
                <a:srgbClr val="000000"/>
              </a:solidFill>
              <a:uFillTx/>
              <a:latin typeface="Arial"/>
            </a:endParaRPr>
          </a:p>
          <a:p>
            <a:pPr>
              <a:lnSpc>
                <a:spcPct val="80000"/>
              </a:lnSpc>
              <a:tabLst>
                <a:tab algn="l" pos="0"/>
              </a:tabLst>
            </a:pPr>
            <a:endParaRPr b="0" lang="en-IN" sz="2200" strike="noStrike" u="none">
              <a:solidFill>
                <a:srgbClr val="000000"/>
              </a:solidFill>
              <a:uFillTx/>
              <a:latin typeface="Arial"/>
            </a:endParaRPr>
          </a:p>
          <a:p>
            <a:pPr>
              <a:lnSpc>
                <a:spcPct val="80000"/>
              </a:lnSpc>
              <a:tabLst>
                <a:tab algn="l" pos="0"/>
              </a:tabLst>
            </a:pPr>
            <a:endParaRPr b="0" lang="en-IN" sz="2200" strike="noStrike" u="none">
              <a:solidFill>
                <a:srgbClr val="000000"/>
              </a:solidFill>
              <a:uFillTx/>
              <a:latin typeface="Arial"/>
            </a:endParaRPr>
          </a:p>
          <a:p>
            <a:pPr>
              <a:lnSpc>
                <a:spcPct val="80000"/>
              </a:lnSpc>
              <a:tabLst>
                <a:tab algn="l" pos="0"/>
              </a:tabLst>
            </a:pPr>
            <a:endParaRPr b="0" lang="en-IN" sz="2200" strike="noStrike" u="none">
              <a:solidFill>
                <a:srgbClr val="000000"/>
              </a:solidFill>
              <a:uFillTx/>
              <a:latin typeface="Arial"/>
            </a:endParaRPr>
          </a:p>
          <a:p>
            <a:pPr algn="ctr">
              <a:lnSpc>
                <a:spcPct val="80000"/>
              </a:lnSpc>
              <a:tabLst>
                <a:tab algn="l" pos="0"/>
              </a:tabLst>
            </a:pPr>
            <a:endParaRPr b="0" lang="en-IN" sz="2180" strike="noStrike" u="none">
              <a:solidFill>
                <a:srgbClr val="000000"/>
              </a:solidFill>
              <a:uFillTx/>
              <a:latin typeface="Arial"/>
            </a:endParaRPr>
          </a:p>
          <a:p>
            <a:pPr algn="ctr">
              <a:lnSpc>
                <a:spcPct val="80000"/>
              </a:lnSpc>
              <a:tabLst>
                <a:tab algn="l" pos="0"/>
              </a:tabLst>
            </a:pPr>
            <a:endParaRPr b="0" lang="en-IN" sz="2180" strike="noStrike" u="none">
              <a:solidFill>
                <a:srgbClr val="000000"/>
              </a:solidFill>
              <a:uFillTx/>
              <a:latin typeface="Arial"/>
            </a:endParaRPr>
          </a:p>
          <a:p>
            <a:pPr marL="914400">
              <a:lnSpc>
                <a:spcPct val="150000"/>
              </a:lnSpc>
              <a:tabLst>
                <a:tab algn="l" pos="0"/>
              </a:tabLst>
            </a:pPr>
            <a:endParaRPr b="0" lang="en-IN" sz="2180" strike="noStrike" u="none">
              <a:solidFill>
                <a:srgbClr val="000000"/>
              </a:solidFill>
              <a:uFillTx/>
              <a:latin typeface="Arial"/>
            </a:endParaRPr>
          </a:p>
          <a:p>
            <a:pPr marL="914400" algn="ctr">
              <a:lnSpc>
                <a:spcPct val="100000"/>
              </a:lnSpc>
              <a:tabLst>
                <a:tab algn="l" pos="0"/>
              </a:tabLst>
            </a:pPr>
            <a:endParaRPr b="0" lang="en-IN" sz="2180" strike="noStrike" u="none">
              <a:solidFill>
                <a:srgbClr val="000000"/>
              </a:solidFill>
              <a:uFillTx/>
              <a:latin typeface="Arial"/>
            </a:endParaRPr>
          </a:p>
        </p:txBody>
      </p:sp>
      <p:pic>
        <p:nvPicPr>
          <p:cNvPr id="78" name="Google Shape;147;p22" descr=""/>
          <p:cNvPicPr/>
          <p:nvPr/>
        </p:nvPicPr>
        <p:blipFill>
          <a:blip r:embed="rId1"/>
          <a:stretch/>
        </p:blipFill>
        <p:spPr>
          <a:xfrm>
            <a:off x="0" y="0"/>
            <a:ext cx="9142920" cy="1060560"/>
          </a:xfrm>
          <a:prstGeom prst="rect">
            <a:avLst/>
          </a:prstGeom>
          <a:noFill/>
          <a:ln w="0">
            <a:noFill/>
          </a:ln>
        </p:spPr>
      </p:pic>
      <p:sp>
        <p:nvSpPr>
          <p:cNvPr id="79" name="Google Shape;148;p22"/>
          <p:cNvSpPr/>
          <p:nvPr/>
        </p:nvSpPr>
        <p:spPr>
          <a:xfrm>
            <a:off x="469800" y="4809240"/>
            <a:ext cx="8834760" cy="39528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0" lang="en" sz="1400" strike="noStrike" u="none">
                <a:solidFill>
                  <a:schemeClr val="dk1"/>
                </a:solidFill>
                <a:uFillTx/>
                <a:latin typeface="Arial"/>
                <a:ea typeface="Arial"/>
              </a:rPr>
              <a:t> </a:t>
            </a:r>
            <a:r>
              <a:rPr b="0" lang="en" sz="1400" strike="noStrike" u="none">
                <a:solidFill>
                  <a:schemeClr val="dk1"/>
                </a:solidFill>
                <a:uFillTx/>
                <a:latin typeface="Arial"/>
                <a:ea typeface="Arial"/>
              </a:rPr>
              <a:t>Date:10-03-2025                                                IESCE                                            Slide. No: 15</a:t>
            </a:r>
            <a:endParaRPr b="0" lang="en-IN" sz="1400" strike="noStrike" u="none">
              <a:solidFill>
                <a:srgbClr val="000000"/>
              </a:solidFill>
              <a:uFillTx/>
              <a:latin typeface="Arial"/>
            </a:endParaRPr>
          </a:p>
        </p:txBody>
      </p:sp>
      <p:pic>
        <p:nvPicPr>
          <p:cNvPr id="80" name="Google Shape;149;p22" descr=""/>
          <p:cNvPicPr/>
          <p:nvPr/>
        </p:nvPicPr>
        <p:blipFill>
          <a:blip r:embed="rId2"/>
          <a:stretch/>
        </p:blipFill>
        <p:spPr>
          <a:xfrm>
            <a:off x="1923480" y="1440000"/>
            <a:ext cx="4915800" cy="3239280"/>
          </a:xfrm>
          <a:prstGeom prst="rect">
            <a:avLst/>
          </a:prstGeom>
          <a:noFill/>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1" name="Google Shape;155;p23" descr=""/>
          <p:cNvPicPr/>
          <p:nvPr/>
        </p:nvPicPr>
        <p:blipFill>
          <a:blip r:embed="rId1"/>
          <a:stretch/>
        </p:blipFill>
        <p:spPr>
          <a:xfrm>
            <a:off x="0" y="0"/>
            <a:ext cx="9142920" cy="1060560"/>
          </a:xfrm>
          <a:prstGeom prst="rect">
            <a:avLst/>
          </a:prstGeom>
          <a:noFill/>
          <a:ln w="0">
            <a:noFill/>
          </a:ln>
        </p:spPr>
      </p:pic>
      <p:sp>
        <p:nvSpPr>
          <p:cNvPr id="82" name="Google Shape;156;p23"/>
          <p:cNvSpPr/>
          <p:nvPr/>
        </p:nvSpPr>
        <p:spPr>
          <a:xfrm>
            <a:off x="626040" y="4678560"/>
            <a:ext cx="8646120" cy="39528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0" lang="en" sz="1400" strike="noStrike" u="none">
                <a:solidFill>
                  <a:schemeClr val="dk1"/>
                </a:solidFill>
                <a:uFillTx/>
                <a:latin typeface="Arial"/>
                <a:ea typeface="Arial"/>
              </a:rPr>
              <a:t> </a:t>
            </a:r>
            <a:r>
              <a:rPr b="0" lang="en" sz="1400" strike="noStrike" u="none">
                <a:solidFill>
                  <a:schemeClr val="dk1"/>
                </a:solidFill>
                <a:uFillTx/>
                <a:latin typeface="Arial"/>
                <a:ea typeface="Arial"/>
              </a:rPr>
              <a:t>Date:10-03-2025                                                IESCE                                            Slide. No: 16</a:t>
            </a:r>
            <a:endParaRPr b="0" lang="en-IN" sz="1400" strike="noStrike" u="none">
              <a:solidFill>
                <a:srgbClr val="000000"/>
              </a:solidFill>
              <a:uFillTx/>
              <a:latin typeface="Arial"/>
            </a:endParaRPr>
          </a:p>
        </p:txBody>
      </p:sp>
      <p:sp>
        <p:nvSpPr>
          <p:cNvPr id="83" name="PlaceHolder 5"/>
          <p:cNvSpPr txBox="1"/>
          <p:nvPr/>
        </p:nvSpPr>
        <p:spPr>
          <a:xfrm>
            <a:off x="358920" y="1132200"/>
            <a:ext cx="8519400" cy="3600000"/>
          </a:xfrm>
          <a:prstGeom prst="rect">
            <a:avLst/>
          </a:prstGeom>
          <a:noFill/>
          <a:ln w="0">
            <a:noFill/>
          </a:ln>
        </p:spPr>
        <p:txBody>
          <a:bodyPr tIns="91440" bIns="91440" anchor="t">
            <a:normAutofit fontScale="92500" lnSpcReduction="19999"/>
          </a:bodyPr>
          <a:p>
            <a:pPr algn="ctr">
              <a:lnSpc>
                <a:spcPct val="80000"/>
              </a:lnSpc>
              <a:spcBef>
                <a:spcPts val="1191"/>
              </a:spcBef>
              <a:spcAft>
                <a:spcPts val="992"/>
              </a:spcAft>
              <a:tabLst>
                <a:tab algn="l" pos="0"/>
              </a:tabLst>
            </a:pPr>
            <a:r>
              <a:rPr b="1" lang="en" sz="2180" strike="noStrike" u="none">
                <a:solidFill>
                  <a:schemeClr val="dk1"/>
                </a:solidFill>
                <a:uFillTx/>
                <a:latin typeface="Times New Roman"/>
                <a:ea typeface="Times New Roman"/>
              </a:rPr>
              <a:t>RESOURCES NEEDED </a:t>
            </a:r>
            <a:endParaRPr b="0" lang="en-IN" sz="2180" strike="noStrike" u="none">
              <a:solidFill>
                <a:srgbClr val="000000"/>
              </a:solidFill>
              <a:uFillTx/>
              <a:latin typeface="Arial"/>
            </a:endParaRPr>
          </a:p>
          <a:p>
            <a:pPr>
              <a:lnSpc>
                <a:spcPct val="80000"/>
              </a:lnSpc>
              <a:spcBef>
                <a:spcPts val="1191"/>
              </a:spcBef>
              <a:spcAft>
                <a:spcPts val="992"/>
              </a:spcAft>
              <a:tabLst>
                <a:tab algn="l" pos="0"/>
              </a:tabLst>
            </a:pPr>
            <a:r>
              <a:rPr b="1" lang="en" sz="1800" strike="noStrike" u="none">
                <a:solidFill>
                  <a:schemeClr val="dk1"/>
                </a:solidFill>
                <a:uFillTx/>
                <a:latin typeface="Times New Roman"/>
                <a:ea typeface="Times New Roman"/>
              </a:rPr>
              <a:t>SOFTWARE REQUIREMENTS:</a:t>
            </a:r>
            <a:endParaRPr b="0" lang="en-IN" sz="1800" strike="noStrike" u="none">
              <a:solidFill>
                <a:srgbClr val="000000"/>
              </a:solidFill>
              <a:uFillTx/>
              <a:latin typeface="Arial"/>
            </a:endParaRPr>
          </a:p>
          <a:p>
            <a:pPr marL="457200" indent="-355680">
              <a:lnSpc>
                <a:spcPct val="80000"/>
              </a:lnSpc>
              <a:spcBef>
                <a:spcPts val="1191"/>
              </a:spcBef>
              <a:spcAft>
                <a:spcPts val="992"/>
              </a:spcAft>
              <a:buClr>
                <a:srgbClr val="000000"/>
              </a:buClr>
              <a:buFont typeface="Times New Roman"/>
              <a:buChar char="●"/>
              <a:tabLst>
                <a:tab algn="l" pos="0"/>
              </a:tabLst>
            </a:pPr>
            <a:r>
              <a:rPr b="0" lang="en" sz="2000" strike="noStrike" u="none">
                <a:solidFill>
                  <a:schemeClr val="dk1"/>
                </a:solidFill>
                <a:uFillTx/>
                <a:latin typeface="Times New Roman"/>
                <a:ea typeface="Times New Roman"/>
              </a:rPr>
              <a:t>Arduino IDE</a:t>
            </a:r>
            <a:endParaRPr b="0" lang="en-IN" sz="2000" strike="noStrike" u="none">
              <a:solidFill>
                <a:srgbClr val="000000"/>
              </a:solidFill>
              <a:uFillTx/>
              <a:latin typeface="Arial"/>
            </a:endParaRPr>
          </a:p>
          <a:p>
            <a:pPr>
              <a:lnSpc>
                <a:spcPct val="80000"/>
              </a:lnSpc>
              <a:spcBef>
                <a:spcPts val="1191"/>
              </a:spcBef>
              <a:spcAft>
                <a:spcPts val="992"/>
              </a:spcAft>
              <a:tabLst>
                <a:tab algn="l" pos="0"/>
              </a:tabLst>
            </a:pPr>
            <a:r>
              <a:rPr b="1" lang="en" sz="1800" strike="noStrike" u="none">
                <a:solidFill>
                  <a:schemeClr val="dk1"/>
                </a:solidFill>
                <a:uFillTx/>
                <a:latin typeface="Times New Roman"/>
                <a:ea typeface="Times New Roman"/>
              </a:rPr>
              <a:t>HARDWARE REQUIREMENTS:</a:t>
            </a:r>
            <a:r>
              <a:rPr b="0" lang="en" sz="1800" strike="noStrike" u="none">
                <a:solidFill>
                  <a:srgbClr val="1a1a1a"/>
                </a:solidFill>
                <a:highlight>
                  <a:srgbClr val="ffffff"/>
                </a:highlight>
                <a:uFillTx/>
                <a:latin typeface="Times New Roman"/>
                <a:ea typeface="Times New Roman"/>
              </a:rPr>
              <a:t> </a:t>
            </a:r>
            <a:endParaRPr b="0" lang="en-IN" sz="1800" strike="noStrike" u="none">
              <a:solidFill>
                <a:srgbClr val="000000"/>
              </a:solidFill>
              <a:uFillTx/>
              <a:latin typeface="Arial"/>
            </a:endParaRPr>
          </a:p>
          <a:p>
            <a:pPr marL="457200" indent="-355680">
              <a:lnSpc>
                <a:spcPct val="80000"/>
              </a:lnSpc>
              <a:spcBef>
                <a:spcPts val="1191"/>
              </a:spcBef>
              <a:spcAft>
                <a:spcPts val="992"/>
              </a:spcAft>
              <a:buClr>
                <a:srgbClr val="000000"/>
              </a:buClr>
              <a:buFont typeface="Times New Roman"/>
              <a:buChar char="●"/>
              <a:tabLst>
                <a:tab algn="l" pos="0"/>
              </a:tabLst>
            </a:pPr>
            <a:r>
              <a:rPr b="0" lang="en" sz="2000" strike="noStrike" u="none">
                <a:solidFill>
                  <a:srgbClr val="1a1a1a"/>
                </a:solidFill>
                <a:highlight>
                  <a:srgbClr val="ffffff"/>
                </a:highlight>
                <a:uFillTx/>
                <a:latin typeface="Times New Roman"/>
                <a:ea typeface="Times New Roman"/>
              </a:rPr>
              <a:t>RFID Reader (Mounted on the cart)</a:t>
            </a:r>
            <a:endParaRPr b="0" lang="en-IN" sz="2000" strike="noStrike" u="none">
              <a:solidFill>
                <a:srgbClr val="000000"/>
              </a:solidFill>
              <a:uFillTx/>
              <a:latin typeface="Arial"/>
            </a:endParaRPr>
          </a:p>
          <a:p>
            <a:pPr marL="457200" indent="-355680">
              <a:lnSpc>
                <a:spcPct val="80000"/>
              </a:lnSpc>
              <a:spcBef>
                <a:spcPts val="1191"/>
              </a:spcBef>
              <a:spcAft>
                <a:spcPts val="992"/>
              </a:spcAft>
              <a:buClr>
                <a:srgbClr val="000000"/>
              </a:buClr>
              <a:buFont typeface="Times New Roman"/>
              <a:buChar char="●"/>
              <a:tabLst>
                <a:tab algn="l" pos="0"/>
              </a:tabLst>
            </a:pPr>
            <a:r>
              <a:rPr b="0" lang="en" sz="2000" strike="noStrike" u="none">
                <a:solidFill>
                  <a:srgbClr val="1a1a1a"/>
                </a:solidFill>
                <a:highlight>
                  <a:srgbClr val="ffffff"/>
                </a:highlight>
                <a:uFillTx/>
                <a:latin typeface="Times New Roman"/>
                <a:ea typeface="Times New Roman"/>
              </a:rPr>
              <a:t>RFID Tags (Attached to products)</a:t>
            </a:r>
            <a:endParaRPr b="0" lang="en-IN" sz="2000" strike="noStrike" u="none">
              <a:solidFill>
                <a:srgbClr val="000000"/>
              </a:solidFill>
              <a:uFillTx/>
              <a:latin typeface="Arial"/>
            </a:endParaRPr>
          </a:p>
          <a:p>
            <a:pPr marL="457200" indent="-355680">
              <a:lnSpc>
                <a:spcPct val="80000"/>
              </a:lnSpc>
              <a:spcBef>
                <a:spcPts val="1191"/>
              </a:spcBef>
              <a:spcAft>
                <a:spcPts val="992"/>
              </a:spcAft>
              <a:buClr>
                <a:srgbClr val="000000"/>
              </a:buClr>
              <a:buFont typeface="Times New Roman"/>
              <a:buChar char="●"/>
              <a:tabLst>
                <a:tab algn="l" pos="0"/>
              </a:tabLst>
            </a:pPr>
            <a:r>
              <a:rPr b="0" lang="en" sz="2000" strike="noStrike" u="none">
                <a:solidFill>
                  <a:srgbClr val="1a1a1a"/>
                </a:solidFill>
                <a:highlight>
                  <a:srgbClr val="ffffff"/>
                </a:highlight>
                <a:uFillTx/>
                <a:latin typeface="Times New Roman"/>
                <a:ea typeface="Times New Roman"/>
              </a:rPr>
              <a:t>Microcontroller (Arduino)</a:t>
            </a:r>
            <a:endParaRPr b="0" lang="en-IN" sz="2000" strike="noStrike" u="none">
              <a:solidFill>
                <a:srgbClr val="000000"/>
              </a:solidFill>
              <a:uFillTx/>
              <a:latin typeface="Arial"/>
            </a:endParaRPr>
          </a:p>
          <a:p>
            <a:pPr marL="457200" indent="-355680">
              <a:lnSpc>
                <a:spcPct val="80000"/>
              </a:lnSpc>
              <a:spcBef>
                <a:spcPts val="1191"/>
              </a:spcBef>
              <a:spcAft>
                <a:spcPts val="992"/>
              </a:spcAft>
              <a:buClr>
                <a:srgbClr val="000000"/>
              </a:buClr>
              <a:buFont typeface="Times New Roman"/>
              <a:buChar char="●"/>
              <a:tabLst>
                <a:tab algn="l" pos="0"/>
              </a:tabLst>
            </a:pPr>
            <a:r>
              <a:rPr b="0" lang="en" sz="2000" strike="noStrike" u="none">
                <a:solidFill>
                  <a:srgbClr val="1a1a1a"/>
                </a:solidFill>
                <a:highlight>
                  <a:srgbClr val="ffffff"/>
                </a:highlight>
                <a:uFillTx/>
                <a:latin typeface="Times New Roman"/>
                <a:ea typeface="Times New Roman"/>
              </a:rPr>
              <a:t>Display Unit (LCD)</a:t>
            </a:r>
            <a:endParaRPr b="0" lang="en-IN" sz="2000" strike="noStrike" u="none">
              <a:solidFill>
                <a:srgbClr val="000000"/>
              </a:solidFill>
              <a:uFillTx/>
              <a:latin typeface="Arial"/>
            </a:endParaRPr>
          </a:p>
          <a:p>
            <a:pPr marL="457200" indent="-355680">
              <a:lnSpc>
                <a:spcPct val="80000"/>
              </a:lnSpc>
              <a:spcBef>
                <a:spcPts val="1191"/>
              </a:spcBef>
              <a:spcAft>
                <a:spcPts val="992"/>
              </a:spcAft>
              <a:buClr>
                <a:srgbClr val="000000"/>
              </a:buClr>
              <a:buFont typeface="Times New Roman"/>
              <a:buChar char="●"/>
              <a:tabLst>
                <a:tab algn="l" pos="0"/>
              </a:tabLst>
            </a:pPr>
            <a:r>
              <a:rPr b="0" lang="en" sz="2000" strike="noStrike" u="none">
                <a:solidFill>
                  <a:srgbClr val="1a1a1a"/>
                </a:solidFill>
                <a:highlight>
                  <a:srgbClr val="ffffff"/>
                </a:highlight>
                <a:uFillTx/>
                <a:latin typeface="Times New Roman"/>
                <a:ea typeface="Times New Roman"/>
              </a:rPr>
              <a:t>Power Supply(Rechargeable battery)</a:t>
            </a:r>
            <a:endParaRPr b="0" lang="en-IN" sz="20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PlaceHolder 1"/>
          <p:cNvSpPr>
            <a:spLocks noGrp="1"/>
          </p:cNvSpPr>
          <p:nvPr>
            <p:ph type="subTitle"/>
          </p:nvPr>
        </p:nvSpPr>
        <p:spPr>
          <a:xfrm>
            <a:off x="358560" y="1132200"/>
            <a:ext cx="8519400" cy="3655800"/>
          </a:xfrm>
          <a:prstGeom prst="rect">
            <a:avLst/>
          </a:prstGeom>
          <a:noFill/>
          <a:ln w="0">
            <a:noFill/>
          </a:ln>
        </p:spPr>
        <p:txBody>
          <a:bodyPr lIns="91440" rIns="91440" tIns="91440" bIns="91440" anchor="t">
            <a:normAutofit/>
          </a:bodyPr>
          <a:p>
            <a:pPr algn="just">
              <a:lnSpc>
                <a:spcPct val="80000"/>
              </a:lnSpc>
              <a:tabLst>
                <a:tab algn="l" pos="0"/>
              </a:tabLst>
            </a:pPr>
            <a:r>
              <a:rPr b="1" lang="en" sz="2200" strike="noStrike" u="none">
                <a:solidFill>
                  <a:schemeClr val="dk1"/>
                </a:solidFill>
                <a:uFillTx/>
                <a:latin typeface="Times New Roman"/>
                <a:ea typeface="Times New Roman"/>
              </a:rPr>
              <a:t>                                            </a:t>
            </a:r>
            <a:r>
              <a:rPr b="1" lang="en" sz="2200" strike="noStrike" u="none">
                <a:solidFill>
                  <a:schemeClr val="dk1"/>
                </a:solidFill>
                <a:uFillTx/>
                <a:latin typeface="Times New Roman"/>
                <a:ea typeface="Times New Roman"/>
              </a:rPr>
              <a:t>WORK PLAN</a:t>
            </a:r>
            <a:endParaRPr b="0" lang="en-IN" sz="2200" strike="noStrike" u="none">
              <a:solidFill>
                <a:srgbClr val="000000"/>
              </a:solidFill>
              <a:uFillTx/>
              <a:latin typeface="Arial"/>
            </a:endParaRPr>
          </a:p>
          <a:p>
            <a:pPr>
              <a:lnSpc>
                <a:spcPct val="80000"/>
              </a:lnSpc>
              <a:tabLst>
                <a:tab algn="l" pos="0"/>
              </a:tabLst>
            </a:pPr>
            <a:endParaRPr b="0" lang="en-IN" sz="2200" strike="noStrike" u="none">
              <a:solidFill>
                <a:srgbClr val="000000"/>
              </a:solidFill>
              <a:uFillTx/>
              <a:latin typeface="Arial"/>
            </a:endParaRPr>
          </a:p>
          <a:p>
            <a:pPr>
              <a:lnSpc>
                <a:spcPct val="80000"/>
              </a:lnSpc>
              <a:tabLst>
                <a:tab algn="l" pos="0"/>
              </a:tabLst>
            </a:pPr>
            <a:endParaRPr b="0" lang="en-IN" sz="2200" strike="noStrike" u="none">
              <a:solidFill>
                <a:srgbClr val="000000"/>
              </a:solidFill>
              <a:uFillTx/>
              <a:latin typeface="Arial"/>
            </a:endParaRPr>
          </a:p>
          <a:p>
            <a:pPr>
              <a:lnSpc>
                <a:spcPct val="80000"/>
              </a:lnSpc>
              <a:tabLst>
                <a:tab algn="l" pos="0"/>
              </a:tabLst>
            </a:pPr>
            <a:endParaRPr b="0" lang="en-IN" sz="2200" strike="noStrike" u="none">
              <a:solidFill>
                <a:srgbClr val="000000"/>
              </a:solidFill>
              <a:uFillTx/>
              <a:latin typeface="Arial"/>
            </a:endParaRPr>
          </a:p>
          <a:p>
            <a:pPr>
              <a:lnSpc>
                <a:spcPct val="80000"/>
              </a:lnSpc>
              <a:tabLst>
                <a:tab algn="l" pos="0"/>
              </a:tabLst>
            </a:pPr>
            <a:endParaRPr b="0" lang="en-IN" sz="2200" strike="noStrike" u="none">
              <a:solidFill>
                <a:srgbClr val="000000"/>
              </a:solidFill>
              <a:uFillTx/>
              <a:latin typeface="Arial"/>
            </a:endParaRPr>
          </a:p>
          <a:p>
            <a:pPr algn="ctr">
              <a:lnSpc>
                <a:spcPct val="80000"/>
              </a:lnSpc>
              <a:tabLst>
                <a:tab algn="l" pos="0"/>
              </a:tabLst>
            </a:pPr>
            <a:endParaRPr b="0" lang="en-IN" sz="2180" strike="noStrike" u="none">
              <a:solidFill>
                <a:srgbClr val="000000"/>
              </a:solidFill>
              <a:uFillTx/>
              <a:latin typeface="Arial"/>
            </a:endParaRPr>
          </a:p>
          <a:p>
            <a:pPr algn="ctr">
              <a:lnSpc>
                <a:spcPct val="80000"/>
              </a:lnSpc>
              <a:tabLst>
                <a:tab algn="l" pos="0"/>
              </a:tabLst>
            </a:pPr>
            <a:endParaRPr b="0" lang="en-IN" sz="2180" strike="noStrike" u="none">
              <a:solidFill>
                <a:srgbClr val="000000"/>
              </a:solidFill>
              <a:uFillTx/>
              <a:latin typeface="Arial"/>
            </a:endParaRPr>
          </a:p>
          <a:p>
            <a:pPr marL="914400">
              <a:lnSpc>
                <a:spcPct val="150000"/>
              </a:lnSpc>
              <a:tabLst>
                <a:tab algn="l" pos="0"/>
              </a:tabLst>
            </a:pPr>
            <a:endParaRPr b="0" lang="en-IN" sz="2180" strike="noStrike" u="none">
              <a:solidFill>
                <a:srgbClr val="000000"/>
              </a:solidFill>
              <a:uFillTx/>
              <a:latin typeface="Arial"/>
            </a:endParaRPr>
          </a:p>
          <a:p>
            <a:pPr marL="914400" algn="ctr">
              <a:lnSpc>
                <a:spcPct val="100000"/>
              </a:lnSpc>
              <a:tabLst>
                <a:tab algn="l" pos="0"/>
              </a:tabLst>
            </a:pPr>
            <a:endParaRPr b="0" lang="en-IN" sz="2180" strike="noStrike" u="none">
              <a:solidFill>
                <a:srgbClr val="000000"/>
              </a:solidFill>
              <a:uFillTx/>
              <a:latin typeface="Arial"/>
            </a:endParaRPr>
          </a:p>
        </p:txBody>
      </p:sp>
      <p:pic>
        <p:nvPicPr>
          <p:cNvPr id="85" name="Google Shape;162;p24" descr=""/>
          <p:cNvPicPr/>
          <p:nvPr/>
        </p:nvPicPr>
        <p:blipFill>
          <a:blip r:embed="rId1"/>
          <a:stretch/>
        </p:blipFill>
        <p:spPr>
          <a:xfrm>
            <a:off x="0" y="0"/>
            <a:ext cx="9142920" cy="1060560"/>
          </a:xfrm>
          <a:prstGeom prst="rect">
            <a:avLst/>
          </a:prstGeom>
          <a:noFill/>
          <a:ln w="0">
            <a:noFill/>
          </a:ln>
        </p:spPr>
      </p:pic>
      <p:sp>
        <p:nvSpPr>
          <p:cNvPr id="86" name="Google Shape;163;p24"/>
          <p:cNvSpPr/>
          <p:nvPr/>
        </p:nvSpPr>
        <p:spPr>
          <a:xfrm>
            <a:off x="626040" y="4678560"/>
            <a:ext cx="8646120" cy="39528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0" lang="en" sz="1400" strike="noStrike" u="none">
                <a:solidFill>
                  <a:schemeClr val="dk1"/>
                </a:solidFill>
                <a:uFillTx/>
                <a:latin typeface="Arial"/>
                <a:ea typeface="Arial"/>
              </a:rPr>
              <a:t> </a:t>
            </a:r>
            <a:r>
              <a:rPr b="0" lang="en" sz="1400" strike="noStrike" u="none">
                <a:solidFill>
                  <a:schemeClr val="dk1"/>
                </a:solidFill>
                <a:uFillTx/>
                <a:latin typeface="Arial"/>
                <a:ea typeface="Arial"/>
              </a:rPr>
              <a:t>Date:10-03-2025                                                IESCE                                            Slide. No: 17</a:t>
            </a:r>
            <a:endParaRPr b="0" lang="en-IN" sz="1400" strike="noStrike" u="none">
              <a:solidFill>
                <a:srgbClr val="000000"/>
              </a:solidFill>
              <a:uFillTx/>
              <a:latin typeface="Arial"/>
            </a:endParaRPr>
          </a:p>
        </p:txBody>
      </p:sp>
      <p:sp>
        <p:nvSpPr>
          <p:cNvPr id="87" name="Google Shape;164;p24"/>
          <p:cNvSpPr/>
          <p:nvPr/>
        </p:nvSpPr>
        <p:spPr>
          <a:xfrm>
            <a:off x="626040" y="1657080"/>
            <a:ext cx="7715520" cy="2913480"/>
          </a:xfrm>
          <a:prstGeom prst="rect">
            <a:avLst/>
          </a:prstGeom>
          <a:solidFill>
            <a:schemeClr val="lt1"/>
          </a:solidFill>
          <a:ln w="9525">
            <a:solidFill>
              <a:srgbClr val="595959"/>
            </a:solidFill>
            <a:round/>
          </a:ln>
        </p:spPr>
        <p:style>
          <a:lnRef idx="0"/>
          <a:fillRef idx="0"/>
          <a:effectRef idx="0"/>
          <a:fontRef idx="minor"/>
        </p:style>
        <p:txBody>
          <a:bodyPr lIns="90000" rIns="90000" tIns="91440" bIns="91440" anchor="ctr">
            <a:noAutofit/>
          </a:bodyPr>
          <a:p>
            <a:pPr algn="ctr">
              <a:lnSpc>
                <a:spcPct val="100000"/>
              </a:lnSpc>
              <a:tabLst>
                <a:tab algn="l" pos="0"/>
              </a:tabLst>
            </a:pPr>
            <a:endParaRPr b="0" lang="en-IN" sz="1400" strike="noStrike" u="none">
              <a:solidFill>
                <a:srgbClr val="000000"/>
              </a:solidFill>
              <a:uFillTx/>
              <a:latin typeface="Arial"/>
            </a:endParaRPr>
          </a:p>
        </p:txBody>
      </p:sp>
      <p:cxnSp>
        <p:nvCxnSpPr>
          <p:cNvPr id="88" name="Google Shape;165;p24"/>
          <p:cNvCxnSpPr/>
          <p:nvPr/>
        </p:nvCxnSpPr>
        <p:spPr>
          <a:xfrm>
            <a:off x="621720" y="2374920"/>
            <a:ext cx="7732800" cy="11880"/>
          </a:xfrm>
          <a:prstGeom prst="straightConnector1">
            <a:avLst/>
          </a:prstGeom>
          <a:ln w="9525">
            <a:solidFill>
              <a:srgbClr val="595959"/>
            </a:solidFill>
            <a:round/>
          </a:ln>
        </p:spPr>
      </p:cxnSp>
      <p:cxnSp>
        <p:nvCxnSpPr>
          <p:cNvPr id="89" name="Google Shape;166;p24"/>
          <p:cNvCxnSpPr>
            <a:stCxn id="87" idx="1"/>
            <a:endCxn id="87" idx="3"/>
          </p:cNvCxnSpPr>
          <p:nvPr/>
        </p:nvCxnSpPr>
        <p:spPr>
          <a:xfrm>
            <a:off x="626040" y="3113640"/>
            <a:ext cx="7715880" cy="360"/>
          </a:xfrm>
          <a:prstGeom prst="straightConnector1">
            <a:avLst/>
          </a:prstGeom>
          <a:ln w="9525">
            <a:solidFill>
              <a:srgbClr val="595959"/>
            </a:solidFill>
            <a:round/>
          </a:ln>
        </p:spPr>
      </p:cxnSp>
      <p:cxnSp>
        <p:nvCxnSpPr>
          <p:cNvPr id="90" name="Google Shape;167;p24"/>
          <p:cNvCxnSpPr/>
          <p:nvPr/>
        </p:nvCxnSpPr>
        <p:spPr>
          <a:xfrm flipV="1">
            <a:off x="643680" y="3810240"/>
            <a:ext cx="7721640" cy="22680"/>
          </a:xfrm>
          <a:prstGeom prst="straightConnector1">
            <a:avLst/>
          </a:prstGeom>
          <a:ln w="9525">
            <a:solidFill>
              <a:srgbClr val="595959"/>
            </a:solidFill>
            <a:round/>
          </a:ln>
        </p:spPr>
      </p:cxnSp>
      <p:cxnSp>
        <p:nvCxnSpPr>
          <p:cNvPr id="91" name="Google Shape;168;p24"/>
          <p:cNvCxnSpPr>
            <a:stCxn id="87" idx="0"/>
            <a:endCxn id="87" idx="2"/>
          </p:cNvCxnSpPr>
          <p:nvPr/>
        </p:nvCxnSpPr>
        <p:spPr>
          <a:xfrm>
            <a:off x="4483800" y="1657080"/>
            <a:ext cx="360" cy="2913840"/>
          </a:xfrm>
          <a:prstGeom prst="straightConnector1">
            <a:avLst/>
          </a:prstGeom>
          <a:ln w="9525">
            <a:solidFill>
              <a:srgbClr val="595959"/>
            </a:solidFill>
            <a:round/>
          </a:ln>
        </p:spPr>
      </p:cxnSp>
      <p:sp>
        <p:nvSpPr>
          <p:cNvPr id="92" name="Google Shape;169;p24"/>
          <p:cNvSpPr/>
          <p:nvPr/>
        </p:nvSpPr>
        <p:spPr>
          <a:xfrm>
            <a:off x="691200" y="1776960"/>
            <a:ext cx="3752640" cy="471240"/>
          </a:xfrm>
          <a:prstGeom prst="rect">
            <a:avLst/>
          </a:prstGeom>
          <a:noFill/>
          <a:ln w="9525">
            <a:solidFill>
              <a:srgbClr val="ffffff"/>
            </a:solidFill>
            <a:round/>
          </a:ln>
        </p:spPr>
        <p:style>
          <a:lnRef idx="0"/>
          <a:fillRef idx="0"/>
          <a:effectRef idx="0"/>
          <a:fontRef idx="minor"/>
        </p:style>
        <p:txBody>
          <a:bodyPr lIns="90000" rIns="90000" tIns="91440" bIns="91440" anchor="t">
            <a:noAutofit/>
          </a:bodyPr>
          <a:p>
            <a:pPr>
              <a:lnSpc>
                <a:spcPct val="100000"/>
              </a:lnSpc>
              <a:tabLst>
                <a:tab algn="l" pos="0"/>
              </a:tabLst>
            </a:pPr>
            <a:r>
              <a:rPr b="0" lang="en" sz="1900" strike="noStrike" u="none">
                <a:solidFill>
                  <a:schemeClr val="dk1"/>
                </a:solidFill>
                <a:uFillTx/>
                <a:latin typeface="Times New Roman"/>
                <a:ea typeface="Times New Roman"/>
              </a:rPr>
              <a:t> </a:t>
            </a:r>
            <a:r>
              <a:rPr b="0" lang="en" sz="1900" strike="noStrike" u="none">
                <a:solidFill>
                  <a:schemeClr val="dk1"/>
                </a:solidFill>
                <a:uFillTx/>
                <a:latin typeface="Times New Roman"/>
                <a:ea typeface="Times New Roman"/>
              </a:rPr>
              <a:t>ABIN SANTHOSH</a:t>
            </a:r>
            <a:endParaRPr b="0" lang="en-IN" sz="1900" strike="noStrike" u="none">
              <a:solidFill>
                <a:srgbClr val="000000"/>
              </a:solidFill>
              <a:uFillTx/>
              <a:latin typeface="Arial"/>
            </a:endParaRPr>
          </a:p>
        </p:txBody>
      </p:sp>
      <p:sp>
        <p:nvSpPr>
          <p:cNvPr id="93" name="Google Shape;170;p24"/>
          <p:cNvSpPr/>
          <p:nvPr/>
        </p:nvSpPr>
        <p:spPr>
          <a:xfrm>
            <a:off x="665640" y="2472840"/>
            <a:ext cx="3817800" cy="55368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0" lang="en" sz="1800" strike="noStrike" u="none">
                <a:solidFill>
                  <a:schemeClr val="dk1"/>
                </a:solidFill>
                <a:uFillTx/>
                <a:latin typeface="Arial"/>
                <a:ea typeface="Arial"/>
              </a:rPr>
              <a:t> </a:t>
            </a:r>
            <a:r>
              <a:rPr b="0" lang="en" sz="1800" strike="noStrike" u="none">
                <a:solidFill>
                  <a:schemeClr val="dk1"/>
                </a:solidFill>
                <a:uFillTx/>
                <a:latin typeface="Times New Roman"/>
                <a:ea typeface="Times New Roman"/>
              </a:rPr>
              <a:t>ADHITH SUNIL</a:t>
            </a:r>
            <a:endParaRPr b="0" lang="en-IN" sz="1800" strike="noStrike" u="none">
              <a:solidFill>
                <a:srgbClr val="000000"/>
              </a:solidFill>
              <a:uFillTx/>
              <a:latin typeface="Arial"/>
            </a:endParaRPr>
          </a:p>
        </p:txBody>
      </p:sp>
      <p:sp>
        <p:nvSpPr>
          <p:cNvPr id="94" name="Google Shape;171;p24"/>
          <p:cNvSpPr/>
          <p:nvPr/>
        </p:nvSpPr>
        <p:spPr>
          <a:xfrm>
            <a:off x="691200" y="3217680"/>
            <a:ext cx="3696120" cy="48816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0" lang="en" sz="1800" strike="noStrike" u="none">
                <a:solidFill>
                  <a:schemeClr val="dk1"/>
                </a:solidFill>
                <a:uFillTx/>
                <a:latin typeface="Times New Roman"/>
                <a:ea typeface="Times New Roman"/>
              </a:rPr>
              <a:t>ADHWAITH T T</a:t>
            </a:r>
            <a:endParaRPr b="0" lang="en-IN" sz="1800" strike="noStrike" u="none">
              <a:solidFill>
                <a:srgbClr val="000000"/>
              </a:solidFill>
              <a:uFillTx/>
              <a:latin typeface="Arial"/>
            </a:endParaRPr>
          </a:p>
        </p:txBody>
      </p:sp>
      <p:sp>
        <p:nvSpPr>
          <p:cNvPr id="95" name="Google Shape;172;p24"/>
          <p:cNvSpPr/>
          <p:nvPr/>
        </p:nvSpPr>
        <p:spPr>
          <a:xfrm>
            <a:off x="622080" y="4010760"/>
            <a:ext cx="3652560" cy="48816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0" lang="en" sz="1800" strike="noStrike" u="none">
                <a:solidFill>
                  <a:schemeClr val="dk1"/>
                </a:solidFill>
                <a:uFillTx/>
                <a:latin typeface="Arial"/>
                <a:ea typeface="Arial"/>
              </a:rPr>
              <a:t> </a:t>
            </a:r>
            <a:r>
              <a:rPr b="0" lang="en" sz="1800" strike="noStrike" u="none">
                <a:solidFill>
                  <a:schemeClr val="dk1"/>
                </a:solidFill>
                <a:uFillTx/>
                <a:latin typeface="Times New Roman"/>
                <a:ea typeface="Times New Roman"/>
              </a:rPr>
              <a:t>ANITTA RAPHI E</a:t>
            </a:r>
            <a:endParaRPr b="0" lang="en-IN" sz="1800" strike="noStrike" u="none">
              <a:solidFill>
                <a:srgbClr val="000000"/>
              </a:solidFill>
              <a:uFillTx/>
              <a:latin typeface="Arial"/>
            </a:endParaRPr>
          </a:p>
        </p:txBody>
      </p:sp>
      <p:sp>
        <p:nvSpPr>
          <p:cNvPr id="96" name="Google Shape;173;p24"/>
          <p:cNvSpPr/>
          <p:nvPr/>
        </p:nvSpPr>
        <p:spPr>
          <a:xfrm>
            <a:off x="4536720" y="1776960"/>
            <a:ext cx="3652560" cy="48816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0" lang="en" sz="1800" strike="noStrike" u="none">
                <a:solidFill>
                  <a:schemeClr val="dk2"/>
                </a:solidFill>
                <a:uFillTx/>
                <a:latin typeface="Times New Roman"/>
                <a:ea typeface="Times New Roman"/>
              </a:rPr>
              <a:t> </a:t>
            </a:r>
            <a:r>
              <a:rPr b="0" lang="en" sz="1800" strike="noStrike" u="none">
                <a:solidFill>
                  <a:schemeClr val="dk1"/>
                </a:solidFill>
                <a:uFillTx/>
                <a:latin typeface="Times New Roman"/>
                <a:ea typeface="Times New Roman"/>
              </a:rPr>
              <a:t>Development &amp; Implementation</a:t>
            </a:r>
            <a:endParaRPr b="0" lang="en-IN" sz="1800" strike="noStrike" u="none">
              <a:solidFill>
                <a:srgbClr val="000000"/>
              </a:solidFill>
              <a:uFillTx/>
              <a:latin typeface="Arial"/>
            </a:endParaRPr>
          </a:p>
        </p:txBody>
      </p:sp>
      <p:sp>
        <p:nvSpPr>
          <p:cNvPr id="97" name="Google Shape;174;p24"/>
          <p:cNvSpPr/>
          <p:nvPr/>
        </p:nvSpPr>
        <p:spPr>
          <a:xfrm>
            <a:off x="4574880" y="2374920"/>
            <a:ext cx="3576600" cy="48816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0" lang="en" sz="1800" strike="noStrike" u="none">
                <a:solidFill>
                  <a:schemeClr val="dk1"/>
                </a:solidFill>
                <a:uFillTx/>
                <a:latin typeface="Times New Roman"/>
                <a:ea typeface="Times New Roman"/>
              </a:rPr>
              <a:t>Project Monitoring &amp; Quality Check</a:t>
            </a:r>
            <a:endParaRPr b="0" lang="en-IN" sz="1800" strike="noStrike" u="none">
              <a:solidFill>
                <a:srgbClr val="000000"/>
              </a:solidFill>
              <a:uFillTx/>
              <a:latin typeface="Arial"/>
            </a:endParaRPr>
          </a:p>
        </p:txBody>
      </p:sp>
      <p:sp>
        <p:nvSpPr>
          <p:cNvPr id="98" name="Google Shape;175;p24"/>
          <p:cNvSpPr/>
          <p:nvPr/>
        </p:nvSpPr>
        <p:spPr>
          <a:xfrm>
            <a:off x="4580280" y="3266640"/>
            <a:ext cx="3652560" cy="39924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0" lang="en" sz="1800" strike="noStrike" u="none">
                <a:solidFill>
                  <a:schemeClr val="dk1"/>
                </a:solidFill>
                <a:uFillTx/>
                <a:latin typeface="Times New Roman"/>
                <a:ea typeface="Times New Roman"/>
              </a:rPr>
              <a:t>Testing &amp; Risk Management</a:t>
            </a:r>
            <a:endParaRPr b="0" lang="en-IN" sz="1800" strike="noStrike" u="none">
              <a:solidFill>
                <a:srgbClr val="000000"/>
              </a:solidFill>
              <a:uFillTx/>
              <a:latin typeface="Arial"/>
            </a:endParaRPr>
          </a:p>
        </p:txBody>
      </p:sp>
      <p:sp>
        <p:nvSpPr>
          <p:cNvPr id="99" name="Google Shape;176;p24"/>
          <p:cNvSpPr/>
          <p:nvPr/>
        </p:nvSpPr>
        <p:spPr>
          <a:xfrm>
            <a:off x="4580280" y="3895200"/>
            <a:ext cx="3652560" cy="55368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0" lang="en" sz="1800" strike="noStrike" u="none">
                <a:solidFill>
                  <a:schemeClr val="dk1"/>
                </a:solidFill>
                <a:uFillTx/>
                <a:latin typeface="Times New Roman"/>
                <a:ea typeface="Times New Roman"/>
              </a:rPr>
              <a:t>Documentation &amp; Resource Handling</a:t>
            </a:r>
            <a:endParaRPr b="0" lang="en-IN" sz="18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0" name="Google Shape;182;p25" descr=""/>
          <p:cNvPicPr/>
          <p:nvPr/>
        </p:nvPicPr>
        <p:blipFill>
          <a:blip r:embed="rId1"/>
          <a:stretch/>
        </p:blipFill>
        <p:spPr>
          <a:xfrm>
            <a:off x="0" y="0"/>
            <a:ext cx="9142920" cy="1060560"/>
          </a:xfrm>
          <a:prstGeom prst="rect">
            <a:avLst/>
          </a:prstGeom>
          <a:noFill/>
          <a:ln w="0">
            <a:noFill/>
          </a:ln>
        </p:spPr>
      </p:pic>
      <p:sp>
        <p:nvSpPr>
          <p:cNvPr id="101" name="Google Shape;183;p25"/>
          <p:cNvSpPr/>
          <p:nvPr/>
        </p:nvSpPr>
        <p:spPr>
          <a:xfrm>
            <a:off x="626040" y="4678560"/>
            <a:ext cx="8646120" cy="39528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0" lang="en" sz="1400" strike="noStrike" u="none">
                <a:solidFill>
                  <a:schemeClr val="dk1"/>
                </a:solidFill>
                <a:uFillTx/>
                <a:latin typeface="Arial"/>
                <a:ea typeface="Arial"/>
              </a:rPr>
              <a:t> </a:t>
            </a:r>
            <a:r>
              <a:rPr b="0" lang="en" sz="1400" strike="noStrike" u="none">
                <a:solidFill>
                  <a:schemeClr val="dk1"/>
                </a:solidFill>
                <a:uFillTx/>
                <a:latin typeface="Arial"/>
                <a:ea typeface="Arial"/>
              </a:rPr>
              <a:t>Date:10-03-2025                                                IESCE                                            Slide. No: 18</a:t>
            </a:r>
            <a:endParaRPr b="0" lang="en-IN" sz="1400" strike="noStrike" u="none">
              <a:solidFill>
                <a:srgbClr val="000000"/>
              </a:solidFill>
              <a:uFillTx/>
              <a:latin typeface="Arial"/>
            </a:endParaRPr>
          </a:p>
        </p:txBody>
      </p:sp>
      <p:sp>
        <p:nvSpPr>
          <p:cNvPr id="102" name="PlaceHolder 4"/>
          <p:cNvSpPr txBox="1"/>
          <p:nvPr/>
        </p:nvSpPr>
        <p:spPr>
          <a:xfrm>
            <a:off x="358920" y="1132200"/>
            <a:ext cx="8519400" cy="3600000"/>
          </a:xfrm>
          <a:prstGeom prst="rect">
            <a:avLst/>
          </a:prstGeom>
          <a:noFill/>
          <a:ln w="0">
            <a:noFill/>
          </a:ln>
        </p:spPr>
        <p:txBody>
          <a:bodyPr tIns="91440" bIns="91440" anchor="t">
            <a:normAutofit/>
          </a:bodyPr>
          <a:p>
            <a:pPr algn="ctr">
              <a:lnSpc>
                <a:spcPct val="80000"/>
              </a:lnSpc>
              <a:spcBef>
                <a:spcPts val="1191"/>
              </a:spcBef>
              <a:spcAft>
                <a:spcPts val="992"/>
              </a:spcAft>
              <a:tabLst>
                <a:tab algn="l" pos="0"/>
              </a:tabLst>
            </a:pPr>
            <a:r>
              <a:rPr b="1" lang="en" sz="2180" strike="noStrike" u="none">
                <a:solidFill>
                  <a:schemeClr val="dk1"/>
                </a:solidFill>
                <a:uFillTx/>
                <a:latin typeface="Times New Roman"/>
                <a:ea typeface="Times New Roman"/>
              </a:rPr>
              <a:t>FEASIBILITY ANALYSIS </a:t>
            </a:r>
            <a:endParaRPr b="0" lang="en-IN" sz="2180" strike="noStrike" u="none">
              <a:solidFill>
                <a:srgbClr val="000000"/>
              </a:solidFill>
              <a:uFillTx/>
              <a:latin typeface="Arial"/>
            </a:endParaRPr>
          </a:p>
          <a:p>
            <a:pPr marL="914400">
              <a:lnSpc>
                <a:spcPct val="80000"/>
              </a:lnSpc>
              <a:tabLst>
                <a:tab algn="l" pos="0"/>
              </a:tabLst>
            </a:pPr>
            <a:endParaRPr b="0" lang="en-IN" sz="2180" strike="noStrike" u="none">
              <a:solidFill>
                <a:srgbClr val="000000"/>
              </a:solidFill>
              <a:uFillTx/>
              <a:latin typeface="Arial"/>
            </a:endParaRPr>
          </a:p>
          <a:p>
            <a:pPr marL="457200" indent="-355680" algn="just">
              <a:lnSpc>
                <a:spcPct val="110000"/>
              </a:lnSpc>
              <a:spcBef>
                <a:spcPts val="1191"/>
              </a:spcBef>
              <a:buClr>
                <a:srgbClr val="000000"/>
              </a:buClr>
              <a:buFont typeface="Times New Roman"/>
              <a:buChar char="●"/>
              <a:tabLst>
                <a:tab algn="l" pos="0"/>
              </a:tabLst>
            </a:pPr>
            <a:r>
              <a:rPr b="0" lang="en" sz="2000" strike="noStrike" u="none">
                <a:solidFill>
                  <a:srgbClr val="1a1a1a"/>
                </a:solidFill>
                <a:highlight>
                  <a:srgbClr val="ffffff"/>
                </a:highlight>
                <a:uFillTx/>
                <a:latin typeface="Times New Roman"/>
                <a:ea typeface="Times New Roman"/>
              </a:rPr>
              <a:t>Technical Feasibility</a:t>
            </a:r>
            <a:endParaRPr b="0" lang="en-IN" sz="2000" strike="noStrike" u="none">
              <a:solidFill>
                <a:srgbClr val="000000"/>
              </a:solidFill>
              <a:uFillTx/>
              <a:latin typeface="Arial"/>
            </a:endParaRPr>
          </a:p>
          <a:p>
            <a:pPr marL="457200" indent="-355680" algn="just">
              <a:lnSpc>
                <a:spcPct val="110000"/>
              </a:lnSpc>
              <a:spcBef>
                <a:spcPts val="1191"/>
              </a:spcBef>
              <a:buClr>
                <a:srgbClr val="000000"/>
              </a:buClr>
              <a:buFont typeface="Times New Roman"/>
              <a:buChar char="●"/>
              <a:tabLst>
                <a:tab algn="l" pos="0"/>
              </a:tabLst>
            </a:pPr>
            <a:r>
              <a:rPr b="0" lang="en" sz="2000" strike="noStrike" u="none">
                <a:solidFill>
                  <a:srgbClr val="1a1a1a"/>
                </a:solidFill>
                <a:highlight>
                  <a:srgbClr val="ffffff"/>
                </a:highlight>
                <a:uFillTx/>
                <a:latin typeface="Times New Roman"/>
                <a:ea typeface="Times New Roman"/>
              </a:rPr>
              <a:t>Economic Feasibility </a:t>
            </a:r>
            <a:endParaRPr b="0" lang="en-IN" sz="2000" strike="noStrike" u="none">
              <a:solidFill>
                <a:srgbClr val="000000"/>
              </a:solidFill>
              <a:uFillTx/>
              <a:latin typeface="Arial"/>
            </a:endParaRPr>
          </a:p>
          <a:p>
            <a:pPr marL="457200" indent="-355680" algn="just">
              <a:lnSpc>
                <a:spcPct val="110000"/>
              </a:lnSpc>
              <a:spcBef>
                <a:spcPts val="1191"/>
              </a:spcBef>
              <a:buClr>
                <a:srgbClr val="000000"/>
              </a:buClr>
              <a:buFont typeface="Times New Roman"/>
              <a:buChar char="●"/>
              <a:tabLst>
                <a:tab algn="l" pos="0"/>
              </a:tabLst>
            </a:pPr>
            <a:r>
              <a:rPr b="0" lang="en" sz="2000" strike="noStrike" u="none">
                <a:solidFill>
                  <a:srgbClr val="1a1a1a"/>
                </a:solidFill>
                <a:highlight>
                  <a:srgbClr val="ffffff"/>
                </a:highlight>
                <a:uFillTx/>
                <a:latin typeface="Times New Roman"/>
                <a:ea typeface="Times New Roman"/>
              </a:rPr>
              <a:t>Social Feasibility </a:t>
            </a:r>
            <a:endParaRPr b="0" lang="en-IN" sz="2000" strike="noStrike" u="none">
              <a:solidFill>
                <a:srgbClr val="000000"/>
              </a:solidFill>
              <a:uFillTx/>
              <a:latin typeface="Arial"/>
            </a:endParaRPr>
          </a:p>
          <a:p>
            <a:pPr marL="457200" indent="-355680" algn="just">
              <a:lnSpc>
                <a:spcPct val="110000"/>
              </a:lnSpc>
              <a:spcBef>
                <a:spcPts val="1191"/>
              </a:spcBef>
              <a:buClr>
                <a:srgbClr val="000000"/>
              </a:buClr>
              <a:buFont typeface="Times New Roman"/>
              <a:buChar char="●"/>
              <a:tabLst>
                <a:tab algn="l" pos="0"/>
              </a:tabLst>
            </a:pPr>
            <a:r>
              <a:rPr b="0" lang="en" sz="2000" strike="noStrike" u="none">
                <a:solidFill>
                  <a:srgbClr val="1a1a1a"/>
                </a:solidFill>
                <a:highlight>
                  <a:srgbClr val="ffffff"/>
                </a:highlight>
                <a:uFillTx/>
                <a:latin typeface="Times New Roman"/>
                <a:ea typeface="Times New Roman"/>
              </a:rPr>
              <a:t>Legal &amp; Ethical Feasibility</a:t>
            </a:r>
            <a:endParaRPr b="0" lang="en-IN" sz="2000" strike="noStrike" u="none">
              <a:solidFill>
                <a:srgbClr val="000000"/>
              </a:solidFill>
              <a:uFillTx/>
              <a:latin typeface="Arial"/>
            </a:endParaRPr>
          </a:p>
          <a:p>
            <a:pPr marL="914400" algn="just">
              <a:lnSpc>
                <a:spcPct val="100000"/>
              </a:lnSpc>
              <a:spcBef>
                <a:spcPts val="1993"/>
              </a:spcBef>
              <a:tabLst>
                <a:tab algn="l" pos="0"/>
              </a:tabLst>
            </a:pPr>
            <a:endParaRPr b="0" lang="en-IN" sz="20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 name="PlaceHolder 1"/>
          <p:cNvSpPr>
            <a:spLocks noGrp="1"/>
          </p:cNvSpPr>
          <p:nvPr>
            <p:ph type="subTitle"/>
          </p:nvPr>
        </p:nvSpPr>
        <p:spPr>
          <a:xfrm>
            <a:off x="358560" y="1132200"/>
            <a:ext cx="8519400" cy="3735360"/>
          </a:xfrm>
          <a:prstGeom prst="rect">
            <a:avLst/>
          </a:prstGeom>
          <a:noFill/>
          <a:ln w="0">
            <a:noFill/>
          </a:ln>
        </p:spPr>
        <p:txBody>
          <a:bodyPr lIns="91440" rIns="91440" tIns="91440" bIns="91440" anchor="t">
            <a:normAutofit/>
          </a:bodyPr>
          <a:p>
            <a:pPr algn="ctr">
              <a:lnSpc>
                <a:spcPct val="80000"/>
              </a:lnSpc>
              <a:tabLst>
                <a:tab algn="l" pos="0"/>
              </a:tabLst>
            </a:pPr>
            <a:r>
              <a:rPr b="1" lang="en" sz="2180" strike="noStrike" u="none">
                <a:solidFill>
                  <a:schemeClr val="dk1"/>
                </a:solidFill>
                <a:uFillTx/>
                <a:latin typeface="Times New Roman"/>
                <a:ea typeface="Times New Roman"/>
              </a:rPr>
              <a:t>CONCLUSION</a:t>
            </a:r>
            <a:endParaRPr b="0" lang="en-IN" sz="2180" strike="noStrike" u="none">
              <a:solidFill>
                <a:srgbClr val="000000"/>
              </a:solidFill>
              <a:uFillTx/>
              <a:latin typeface="Arial"/>
            </a:endParaRPr>
          </a:p>
          <a:p>
            <a:pPr marL="216000" indent="-216000">
              <a:lnSpc>
                <a:spcPct val="115000"/>
              </a:lnSpc>
              <a:spcBef>
                <a:spcPts val="624"/>
              </a:spcBef>
              <a:spcAft>
                <a:spcPts val="425"/>
              </a:spcAft>
              <a:buClr>
                <a:srgbClr val="000000"/>
              </a:buClr>
              <a:buSzPct val="45000"/>
              <a:buFont typeface="Wingdings" charset="2"/>
              <a:buChar char=""/>
              <a:tabLst>
                <a:tab algn="l" pos="0"/>
              </a:tabLst>
            </a:pPr>
            <a:r>
              <a:rPr b="0" lang="en" sz="2000" strike="noStrike" u="none">
                <a:solidFill>
                  <a:schemeClr val="dk1"/>
                </a:solidFill>
                <a:uFillTx/>
                <a:latin typeface="Times New Roman"/>
                <a:ea typeface="Times New Roman"/>
              </a:rPr>
              <a:t>Before implementation, we structured our work by setting a work plan.</a:t>
            </a:r>
            <a:endParaRPr b="0" lang="en-IN" sz="2000" strike="noStrike" u="none">
              <a:solidFill>
                <a:srgbClr val="000000"/>
              </a:solidFill>
              <a:uFillTx/>
              <a:latin typeface="Arial"/>
            </a:endParaRPr>
          </a:p>
          <a:p>
            <a:pPr marL="216000" indent="-216000">
              <a:lnSpc>
                <a:spcPct val="115000"/>
              </a:lnSpc>
              <a:spcBef>
                <a:spcPts val="624"/>
              </a:spcBef>
              <a:spcAft>
                <a:spcPts val="425"/>
              </a:spcAft>
              <a:buClr>
                <a:srgbClr val="000000"/>
              </a:buClr>
              <a:buSzPct val="45000"/>
              <a:buFont typeface="Wingdings" charset="2"/>
              <a:buChar char=""/>
              <a:tabLst>
                <a:tab algn="l" pos="0"/>
              </a:tabLst>
            </a:pPr>
            <a:r>
              <a:rPr b="0" lang="en" sz="2000" strike="noStrike" u="none">
                <a:solidFill>
                  <a:schemeClr val="dk1"/>
                </a:solidFill>
                <a:uFillTx/>
                <a:latin typeface="Times New Roman"/>
                <a:ea typeface="Times New Roman"/>
              </a:rPr>
              <a:t>We defined the problem statement and finalized the methodology.</a:t>
            </a:r>
            <a:endParaRPr b="0" lang="en-IN" sz="2000" strike="noStrike" u="none">
              <a:solidFill>
                <a:srgbClr val="000000"/>
              </a:solidFill>
              <a:uFillTx/>
              <a:latin typeface="Arial"/>
            </a:endParaRPr>
          </a:p>
          <a:p>
            <a:pPr marL="216000" indent="-216000">
              <a:lnSpc>
                <a:spcPct val="115000"/>
              </a:lnSpc>
              <a:spcBef>
                <a:spcPts val="624"/>
              </a:spcBef>
              <a:spcAft>
                <a:spcPts val="425"/>
              </a:spcAft>
              <a:buClr>
                <a:srgbClr val="000000"/>
              </a:buClr>
              <a:buSzPct val="45000"/>
              <a:buFont typeface="Wingdings" charset="2"/>
              <a:buChar char=""/>
              <a:tabLst>
                <a:tab algn="l" pos="0"/>
              </a:tabLst>
            </a:pPr>
            <a:r>
              <a:rPr b="0" lang="en" sz="2000" strike="noStrike" u="none">
                <a:solidFill>
                  <a:schemeClr val="dk1"/>
                </a:solidFill>
                <a:uFillTx/>
                <a:latin typeface="Times New Roman"/>
                <a:ea typeface="Times New Roman"/>
              </a:rPr>
              <a:t>Additionally, we procured the necessary components to carry out the project effectively.</a:t>
            </a:r>
            <a:endParaRPr b="0" lang="en-IN" sz="2000" strike="noStrike" u="none">
              <a:solidFill>
                <a:srgbClr val="000000"/>
              </a:solidFill>
              <a:uFillTx/>
              <a:latin typeface="Arial"/>
            </a:endParaRPr>
          </a:p>
          <a:p>
            <a:pPr marL="216000" indent="-216000">
              <a:lnSpc>
                <a:spcPct val="115000"/>
              </a:lnSpc>
              <a:spcBef>
                <a:spcPts val="624"/>
              </a:spcBef>
              <a:spcAft>
                <a:spcPts val="425"/>
              </a:spcAft>
              <a:buClr>
                <a:srgbClr val="000000"/>
              </a:buClr>
              <a:buSzPct val="45000"/>
              <a:buFont typeface="Wingdings" charset="2"/>
              <a:buChar char=""/>
              <a:tabLst>
                <a:tab algn="l" pos="0"/>
              </a:tabLst>
            </a:pPr>
            <a:r>
              <a:rPr b="0" lang="en" sz="2000" strike="noStrike" u="none">
                <a:solidFill>
                  <a:srgbClr val="000000"/>
                </a:solidFill>
                <a:uFillTx/>
                <a:latin typeface="Times New Roman"/>
                <a:ea typeface="Microsoft YaHei"/>
              </a:rPr>
              <a:t>We purchased </a:t>
            </a:r>
            <a:r>
              <a:rPr b="0" lang="en" sz="2000" strike="noStrike" u="none">
                <a:solidFill>
                  <a:schemeClr val="dk1"/>
                </a:solidFill>
                <a:uFillTx/>
                <a:latin typeface="Times New Roman"/>
                <a:ea typeface="Times New Roman"/>
              </a:rPr>
              <a:t>the necessary components. </a:t>
            </a:r>
            <a:endParaRPr b="0" lang="en-IN" sz="2000" strike="noStrike" u="none">
              <a:solidFill>
                <a:srgbClr val="000000"/>
              </a:solidFill>
              <a:uFillTx/>
              <a:latin typeface="Arial"/>
            </a:endParaRPr>
          </a:p>
          <a:p>
            <a:pPr>
              <a:lnSpc>
                <a:spcPct val="115000"/>
              </a:lnSpc>
              <a:spcBef>
                <a:spcPts val="1191"/>
              </a:spcBef>
              <a:spcAft>
                <a:spcPts val="992"/>
              </a:spcAft>
              <a:tabLst>
                <a:tab algn="l" pos="0"/>
              </a:tabLst>
            </a:pPr>
            <a:endParaRPr b="0" lang="en-IN" sz="2000" strike="noStrike" u="none">
              <a:solidFill>
                <a:srgbClr val="000000"/>
              </a:solidFill>
              <a:uFillTx/>
              <a:latin typeface="Arial"/>
            </a:endParaRPr>
          </a:p>
          <a:p>
            <a:pPr algn="just">
              <a:lnSpc>
                <a:spcPct val="115000"/>
              </a:lnSpc>
              <a:spcBef>
                <a:spcPts val="1191"/>
              </a:spcBef>
              <a:tabLst>
                <a:tab algn="l" pos="0"/>
              </a:tabLst>
            </a:pPr>
            <a:endParaRPr b="0" lang="en-IN" sz="2000" strike="noStrike" u="none">
              <a:solidFill>
                <a:srgbClr val="000000"/>
              </a:solidFill>
              <a:uFillTx/>
              <a:latin typeface="Arial"/>
            </a:endParaRPr>
          </a:p>
          <a:p>
            <a:pPr algn="ctr">
              <a:lnSpc>
                <a:spcPct val="80000"/>
              </a:lnSpc>
              <a:spcBef>
                <a:spcPts val="2191"/>
              </a:spcBef>
              <a:tabLst>
                <a:tab algn="l" pos="0"/>
              </a:tabLst>
            </a:pPr>
            <a:endParaRPr b="0" lang="en-IN" sz="2180" strike="noStrike" u="none">
              <a:solidFill>
                <a:srgbClr val="000000"/>
              </a:solidFill>
              <a:uFillTx/>
              <a:latin typeface="Arial"/>
            </a:endParaRPr>
          </a:p>
          <a:p>
            <a:pPr algn="ctr">
              <a:lnSpc>
                <a:spcPct val="80000"/>
              </a:lnSpc>
              <a:tabLst>
                <a:tab algn="l" pos="0"/>
              </a:tabLst>
            </a:pPr>
            <a:endParaRPr b="0" lang="en-IN" sz="2180" strike="noStrike" u="none">
              <a:solidFill>
                <a:srgbClr val="000000"/>
              </a:solidFill>
              <a:uFillTx/>
              <a:latin typeface="Arial"/>
            </a:endParaRPr>
          </a:p>
        </p:txBody>
      </p:sp>
      <p:pic>
        <p:nvPicPr>
          <p:cNvPr id="104" name="Google Shape;189;p26" descr=""/>
          <p:cNvPicPr/>
          <p:nvPr/>
        </p:nvPicPr>
        <p:blipFill>
          <a:blip r:embed="rId1"/>
          <a:stretch/>
        </p:blipFill>
        <p:spPr>
          <a:xfrm>
            <a:off x="0" y="0"/>
            <a:ext cx="9142920" cy="1060560"/>
          </a:xfrm>
          <a:prstGeom prst="rect">
            <a:avLst/>
          </a:prstGeom>
          <a:noFill/>
          <a:ln w="0">
            <a:noFill/>
          </a:ln>
        </p:spPr>
      </p:pic>
      <p:sp>
        <p:nvSpPr>
          <p:cNvPr id="105" name="Google Shape;190;p26"/>
          <p:cNvSpPr/>
          <p:nvPr/>
        </p:nvSpPr>
        <p:spPr>
          <a:xfrm>
            <a:off x="590040" y="4807800"/>
            <a:ext cx="8165880" cy="39528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0" lang="en" sz="1400" strike="noStrike" u="none">
                <a:solidFill>
                  <a:schemeClr val="dk1"/>
                </a:solidFill>
                <a:uFillTx/>
                <a:latin typeface="Arial"/>
                <a:ea typeface="Arial"/>
              </a:rPr>
              <a:t>Date:10-03-2025                                              IESCE                                            Slide. No: 19</a:t>
            </a:r>
            <a:endParaRPr b="0" lang="en-IN" sz="14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PlaceHolder 1"/>
          <p:cNvSpPr>
            <a:spLocks noGrp="1"/>
          </p:cNvSpPr>
          <p:nvPr>
            <p:ph type="subTitle"/>
          </p:nvPr>
        </p:nvSpPr>
        <p:spPr>
          <a:xfrm>
            <a:off x="357480" y="1132200"/>
            <a:ext cx="8519400" cy="3735360"/>
          </a:xfrm>
          <a:prstGeom prst="rect">
            <a:avLst/>
          </a:prstGeom>
          <a:noFill/>
          <a:ln w="0">
            <a:noFill/>
          </a:ln>
        </p:spPr>
        <p:txBody>
          <a:bodyPr lIns="91440" rIns="91440" tIns="91440" bIns="91440" anchor="t">
            <a:normAutofit fontScale="32500" lnSpcReduction="19999"/>
          </a:bodyPr>
          <a:p>
            <a:pPr algn="ctr">
              <a:lnSpc>
                <a:spcPct val="80000"/>
              </a:lnSpc>
              <a:tabLst>
                <a:tab algn="l" pos="0"/>
              </a:tabLst>
            </a:pPr>
            <a:r>
              <a:rPr b="1" lang="en" sz="8580" strike="noStrike" u="none">
                <a:solidFill>
                  <a:schemeClr val="dk1"/>
                </a:solidFill>
                <a:uFillTx/>
                <a:latin typeface="Times New Roman"/>
                <a:ea typeface="Times New Roman"/>
              </a:rPr>
              <a:t>REFERENCES</a:t>
            </a:r>
            <a:endParaRPr b="0" lang="en-IN" sz="8580" strike="noStrike" u="none">
              <a:solidFill>
                <a:srgbClr val="000000"/>
              </a:solidFill>
              <a:uFillTx/>
              <a:latin typeface="Arial"/>
            </a:endParaRPr>
          </a:p>
          <a:p>
            <a:pPr algn="ctr">
              <a:lnSpc>
                <a:spcPct val="80000"/>
              </a:lnSpc>
              <a:tabLst>
                <a:tab algn="l" pos="0"/>
              </a:tabLst>
            </a:pPr>
            <a:endParaRPr b="0" lang="en-IN" sz="9380" strike="noStrike" u="none">
              <a:solidFill>
                <a:srgbClr val="000000"/>
              </a:solidFill>
              <a:uFillTx/>
              <a:latin typeface="Arial"/>
            </a:endParaRPr>
          </a:p>
          <a:p>
            <a:pPr>
              <a:lnSpc>
                <a:spcPct val="100000"/>
              </a:lnSpc>
              <a:tabLst>
                <a:tab algn="l" pos="0"/>
              </a:tabLst>
            </a:pPr>
            <a:r>
              <a:rPr b="0" lang="en" sz="5400" strike="noStrike" u="none">
                <a:solidFill>
                  <a:schemeClr val="dk1"/>
                </a:solidFill>
                <a:uFillTx/>
                <a:latin typeface="Times New Roman"/>
                <a:ea typeface="Times New Roman"/>
              </a:rPr>
              <a:t>[1]  Martinusa , Metta Saridewi Wahaba , Yudia, Hanry Ham, published in the journal Procedia Computer Science, volume 179 on January 1, 2021.</a:t>
            </a:r>
            <a:endParaRPr b="0" lang="en-IN" sz="5400" strike="noStrike" u="none">
              <a:solidFill>
                <a:srgbClr val="000000"/>
              </a:solidFill>
              <a:uFillTx/>
              <a:latin typeface="Arial"/>
            </a:endParaRPr>
          </a:p>
          <a:p>
            <a:pPr>
              <a:lnSpc>
                <a:spcPct val="115000"/>
              </a:lnSpc>
              <a:tabLst>
                <a:tab algn="l" pos="0"/>
              </a:tabLst>
            </a:pPr>
            <a:endParaRPr b="0" lang="en-IN" sz="6000" strike="noStrike" u="none">
              <a:solidFill>
                <a:srgbClr val="000000"/>
              </a:solidFill>
              <a:uFillTx/>
              <a:latin typeface="Arial"/>
            </a:endParaRPr>
          </a:p>
          <a:p>
            <a:pPr>
              <a:lnSpc>
                <a:spcPct val="100000"/>
              </a:lnSpc>
              <a:tabLst>
                <a:tab algn="l" pos="0"/>
              </a:tabLst>
            </a:pPr>
            <a:r>
              <a:rPr b="0" lang="en" sz="6000" strike="noStrike" u="none">
                <a:solidFill>
                  <a:schemeClr val="dk1"/>
                </a:solidFill>
                <a:uFillTx/>
                <a:latin typeface="Times New Roman"/>
                <a:ea typeface="Times New Roman"/>
              </a:rPr>
              <a:t>[2]  </a:t>
            </a:r>
            <a:r>
              <a:rPr b="0" lang="en" sz="5400" strike="noStrike" u="none">
                <a:solidFill>
                  <a:schemeClr val="dk1"/>
                </a:solidFill>
                <a:uFillTx/>
                <a:latin typeface="Times New Roman"/>
                <a:ea typeface="Times New Roman"/>
              </a:rPr>
              <a:t>Susanna M Santhosh, Cemone P Babu, Jills Joseph , Preethu Benny,</a:t>
            </a:r>
            <a:endParaRPr b="0" lang="en-IN" sz="5400" strike="noStrike" u="none">
              <a:solidFill>
                <a:srgbClr val="000000"/>
              </a:solidFill>
              <a:uFillTx/>
              <a:latin typeface="Arial"/>
            </a:endParaRPr>
          </a:p>
          <a:p>
            <a:pPr>
              <a:lnSpc>
                <a:spcPct val="100000"/>
              </a:lnSpc>
              <a:tabLst>
                <a:tab algn="l" pos="0"/>
              </a:tabLst>
            </a:pPr>
            <a:r>
              <a:rPr b="0" lang="en" sz="5400" strike="noStrike" u="none">
                <a:solidFill>
                  <a:schemeClr val="dk1"/>
                </a:solidFill>
                <a:uFillTx/>
                <a:latin typeface="Times New Roman"/>
                <a:ea typeface="Times New Roman"/>
              </a:rPr>
              <a:t>published in the International Journal of Engineering Applied Sciences and Technology (IJEAST), Volume 5, on June 2020</a:t>
            </a:r>
            <a:r>
              <a:rPr b="0" lang="en" sz="4800" strike="noStrike" u="none">
                <a:solidFill>
                  <a:schemeClr val="dk1"/>
                </a:solidFill>
                <a:uFillTx/>
                <a:latin typeface="Times New Roman"/>
                <a:ea typeface="Times New Roman"/>
              </a:rPr>
              <a:t>. </a:t>
            </a:r>
            <a:endParaRPr b="0" lang="en-IN" sz="4800" strike="noStrike" u="none">
              <a:solidFill>
                <a:srgbClr val="000000"/>
              </a:solidFill>
              <a:uFillTx/>
              <a:latin typeface="Arial"/>
            </a:endParaRPr>
          </a:p>
          <a:p>
            <a:pPr>
              <a:lnSpc>
                <a:spcPct val="100000"/>
              </a:lnSpc>
              <a:tabLst>
                <a:tab algn="l" pos="0"/>
              </a:tabLst>
            </a:pPr>
            <a:endParaRPr b="0" lang="en-IN" sz="5400" strike="noStrike" u="none">
              <a:solidFill>
                <a:srgbClr val="000000"/>
              </a:solidFill>
              <a:uFillTx/>
              <a:latin typeface="Arial"/>
            </a:endParaRPr>
          </a:p>
          <a:p>
            <a:pPr algn="just">
              <a:lnSpc>
                <a:spcPct val="115000"/>
              </a:lnSpc>
              <a:tabLst>
                <a:tab algn="l" pos="0"/>
              </a:tabLst>
            </a:pPr>
            <a:endParaRPr b="0" lang="en-IN" sz="1950" strike="noStrike" u="none">
              <a:solidFill>
                <a:srgbClr val="000000"/>
              </a:solidFill>
              <a:uFillTx/>
              <a:latin typeface="Arial"/>
            </a:endParaRPr>
          </a:p>
          <a:p>
            <a:pPr>
              <a:lnSpc>
                <a:spcPct val="100000"/>
              </a:lnSpc>
              <a:tabLst>
                <a:tab algn="l" pos="0"/>
              </a:tabLst>
            </a:pPr>
            <a:r>
              <a:rPr b="0" lang="en" sz="6000" strike="noStrike" u="none">
                <a:solidFill>
                  <a:schemeClr val="dk1"/>
                </a:solidFill>
                <a:uFillTx/>
                <a:latin typeface="Times New Roman"/>
                <a:ea typeface="Times New Roman"/>
              </a:rPr>
              <a:t>[3] </a:t>
            </a:r>
            <a:r>
              <a:rPr b="0" lang="en" sz="5400" strike="noStrike" u="none">
                <a:solidFill>
                  <a:schemeClr val="dk1"/>
                </a:solidFill>
                <a:uFillTx/>
                <a:latin typeface="Times New Roman"/>
                <a:ea typeface="Times New Roman"/>
              </a:rPr>
              <a:t>Seshagopal , Harish D , Ashwinth Fatin , Dr. Antonidoss ,</a:t>
            </a:r>
            <a:endParaRPr b="0" lang="en-IN" sz="5400" strike="noStrike" u="none">
              <a:solidFill>
                <a:srgbClr val="000000"/>
              </a:solidFill>
              <a:uFillTx/>
              <a:latin typeface="Arial"/>
            </a:endParaRPr>
          </a:p>
          <a:p>
            <a:pPr>
              <a:lnSpc>
                <a:spcPct val="100000"/>
              </a:lnSpc>
              <a:tabLst>
                <a:tab algn="l" pos="0"/>
              </a:tabLst>
            </a:pPr>
            <a:r>
              <a:rPr b="0" lang="en" sz="5400" strike="noStrike" u="none">
                <a:solidFill>
                  <a:schemeClr val="dk1"/>
                </a:solidFill>
                <a:uFillTx/>
                <a:latin typeface="Times New Roman"/>
                <a:ea typeface="Times New Roman"/>
              </a:rPr>
              <a:t>published in the International Journal of Engineering Research &amp; Technology (IJERT), Volume 10, Issue 04, in April 2021.</a:t>
            </a:r>
            <a:endParaRPr b="0" lang="en-IN" sz="5400" strike="noStrike" u="none">
              <a:solidFill>
                <a:srgbClr val="000000"/>
              </a:solidFill>
              <a:uFillTx/>
              <a:latin typeface="Arial"/>
            </a:endParaRPr>
          </a:p>
          <a:p>
            <a:pPr algn="just">
              <a:lnSpc>
                <a:spcPct val="115000"/>
              </a:lnSpc>
              <a:tabLst>
                <a:tab algn="l" pos="0"/>
              </a:tabLst>
            </a:pPr>
            <a:endParaRPr b="0" lang="en-IN" sz="6020" strike="noStrike" u="none">
              <a:solidFill>
                <a:srgbClr val="000000"/>
              </a:solidFill>
              <a:uFillTx/>
              <a:latin typeface="Arial"/>
            </a:endParaRPr>
          </a:p>
          <a:p>
            <a:pPr algn="just">
              <a:lnSpc>
                <a:spcPct val="115000"/>
              </a:lnSpc>
              <a:tabLst>
                <a:tab algn="l" pos="0"/>
              </a:tabLst>
            </a:pPr>
            <a:endParaRPr b="0" lang="en-IN" sz="6020" strike="noStrike" u="none">
              <a:solidFill>
                <a:srgbClr val="000000"/>
              </a:solidFill>
              <a:uFillTx/>
              <a:latin typeface="Arial"/>
            </a:endParaRPr>
          </a:p>
          <a:p>
            <a:pPr algn="just">
              <a:lnSpc>
                <a:spcPct val="115000"/>
              </a:lnSpc>
              <a:tabLst>
                <a:tab algn="l" pos="0"/>
              </a:tabLst>
            </a:pPr>
            <a:endParaRPr b="0" lang="en-IN" sz="6020" strike="noStrike" u="none">
              <a:solidFill>
                <a:srgbClr val="000000"/>
              </a:solidFill>
              <a:uFillTx/>
              <a:latin typeface="Arial"/>
            </a:endParaRPr>
          </a:p>
          <a:p>
            <a:pPr algn="just">
              <a:lnSpc>
                <a:spcPct val="115000"/>
              </a:lnSpc>
              <a:tabLst>
                <a:tab algn="l" pos="0"/>
              </a:tabLst>
            </a:pPr>
            <a:endParaRPr b="0" lang="en-IN" sz="6020" strike="noStrike" u="none">
              <a:solidFill>
                <a:srgbClr val="000000"/>
              </a:solidFill>
              <a:uFillTx/>
              <a:latin typeface="Arial"/>
            </a:endParaRPr>
          </a:p>
          <a:p>
            <a:pPr algn="just">
              <a:lnSpc>
                <a:spcPct val="115000"/>
              </a:lnSpc>
              <a:tabLst>
                <a:tab algn="l" pos="0"/>
              </a:tabLst>
            </a:pPr>
            <a:endParaRPr b="0" lang="en-IN" sz="6020" strike="noStrike" u="none">
              <a:solidFill>
                <a:srgbClr val="000000"/>
              </a:solidFill>
              <a:uFillTx/>
              <a:latin typeface="Arial"/>
            </a:endParaRPr>
          </a:p>
          <a:p>
            <a:pPr algn="just">
              <a:lnSpc>
                <a:spcPct val="115000"/>
              </a:lnSpc>
              <a:tabLst>
                <a:tab algn="l" pos="0"/>
              </a:tabLst>
            </a:pPr>
            <a:endParaRPr b="0" lang="en-IN" sz="1400" strike="noStrike" u="none">
              <a:solidFill>
                <a:srgbClr val="000000"/>
              </a:solidFill>
              <a:uFillTx/>
              <a:latin typeface="Arial"/>
            </a:endParaRPr>
          </a:p>
        </p:txBody>
      </p:sp>
      <p:pic>
        <p:nvPicPr>
          <p:cNvPr id="107" name="Google Shape;196;p27" descr=""/>
          <p:cNvPicPr/>
          <p:nvPr/>
        </p:nvPicPr>
        <p:blipFill>
          <a:blip r:embed="rId1"/>
          <a:stretch/>
        </p:blipFill>
        <p:spPr>
          <a:xfrm>
            <a:off x="0" y="0"/>
            <a:ext cx="9142920" cy="1060560"/>
          </a:xfrm>
          <a:prstGeom prst="rect">
            <a:avLst/>
          </a:prstGeom>
          <a:noFill/>
          <a:ln w="0">
            <a:noFill/>
          </a:ln>
        </p:spPr>
      </p:pic>
      <p:sp>
        <p:nvSpPr>
          <p:cNvPr id="108" name="Google Shape;197;p27"/>
          <p:cNvSpPr/>
          <p:nvPr/>
        </p:nvSpPr>
        <p:spPr>
          <a:xfrm>
            <a:off x="543960" y="4807800"/>
            <a:ext cx="8276400" cy="39528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0" lang="en" sz="1400" strike="noStrike" u="none">
                <a:solidFill>
                  <a:schemeClr val="dk1"/>
                </a:solidFill>
                <a:uFillTx/>
                <a:latin typeface="Arial"/>
                <a:ea typeface="Arial"/>
              </a:rPr>
              <a:t>Date:10-03-2025                                               IESCE                                            Slide. No: 20</a:t>
            </a:r>
            <a:endParaRPr b="0" lang="en-IN" sz="14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 name="PlaceHolder 1"/>
          <p:cNvSpPr>
            <a:spLocks noGrp="1"/>
          </p:cNvSpPr>
          <p:nvPr>
            <p:ph type="subTitle"/>
          </p:nvPr>
        </p:nvSpPr>
        <p:spPr>
          <a:xfrm>
            <a:off x="358560" y="1132200"/>
            <a:ext cx="8519400" cy="3735360"/>
          </a:xfrm>
          <a:prstGeom prst="rect">
            <a:avLst/>
          </a:prstGeom>
          <a:noFill/>
          <a:ln w="0">
            <a:noFill/>
          </a:ln>
        </p:spPr>
        <p:txBody>
          <a:bodyPr lIns="91440" rIns="91440" tIns="91440" bIns="91440" anchor="t">
            <a:normAutofit/>
          </a:bodyPr>
          <a:p>
            <a:pPr algn="ctr">
              <a:lnSpc>
                <a:spcPct val="80000"/>
              </a:lnSpc>
              <a:tabLst>
                <a:tab algn="l" pos="0"/>
              </a:tabLst>
            </a:pPr>
            <a:r>
              <a:rPr b="1" lang="en" sz="2180" strike="noStrike" u="none">
                <a:solidFill>
                  <a:schemeClr val="dk1"/>
                </a:solidFill>
                <a:uFillTx/>
                <a:latin typeface="Times New Roman"/>
                <a:ea typeface="Times New Roman"/>
              </a:rPr>
              <a:t>REFERENCES</a:t>
            </a:r>
            <a:endParaRPr b="0" lang="en-IN" sz="2180" strike="noStrike" u="none">
              <a:solidFill>
                <a:srgbClr val="000000"/>
              </a:solidFill>
              <a:uFillTx/>
              <a:latin typeface="Arial"/>
            </a:endParaRPr>
          </a:p>
          <a:p>
            <a:pPr algn="just">
              <a:lnSpc>
                <a:spcPct val="115000"/>
              </a:lnSpc>
              <a:tabLst>
                <a:tab algn="l" pos="0"/>
              </a:tabLst>
            </a:pPr>
            <a:endParaRPr b="0" lang="en-IN" sz="1500" strike="noStrike" u="none">
              <a:solidFill>
                <a:srgbClr val="000000"/>
              </a:solidFill>
              <a:uFillTx/>
              <a:latin typeface="Arial"/>
            </a:endParaRPr>
          </a:p>
          <a:p>
            <a:pPr>
              <a:lnSpc>
                <a:spcPct val="100000"/>
              </a:lnSpc>
              <a:spcBef>
                <a:spcPts val="567"/>
              </a:spcBef>
              <a:tabLst>
                <a:tab algn="l" pos="0"/>
              </a:tabLst>
            </a:pPr>
            <a:r>
              <a:rPr b="0" lang="en" sz="1750" strike="noStrike" u="none">
                <a:solidFill>
                  <a:schemeClr val="dk1"/>
                </a:solidFill>
                <a:uFillTx/>
                <a:latin typeface="Times New Roman"/>
                <a:ea typeface="Times New Roman"/>
              </a:rPr>
              <a:t>[4] </a:t>
            </a:r>
            <a:r>
              <a:rPr b="0" lang="en" sz="1750" strike="noStrike" u="none">
                <a:solidFill>
                  <a:schemeClr val="dk1"/>
                </a:solidFill>
                <a:uFillTx/>
                <a:latin typeface="Arial"/>
                <a:ea typeface="Arial"/>
              </a:rPr>
              <a:t>K Sreenivasa Rao,Ayesha Shaik, N Dineshsairamreddy,  H Anusha, A Guru Rajesh,published in the Journal of Emerging Technologies and Innovative Research (JETIR), Volume 10, Issue 3, in March 2023. </a:t>
            </a:r>
            <a:endParaRPr b="0" lang="en-IN" sz="1750" strike="noStrike" u="none">
              <a:solidFill>
                <a:srgbClr val="000000"/>
              </a:solidFill>
              <a:uFillTx/>
              <a:latin typeface="Arial"/>
            </a:endParaRPr>
          </a:p>
          <a:p>
            <a:pPr algn="just">
              <a:lnSpc>
                <a:spcPct val="80000"/>
              </a:lnSpc>
              <a:spcBef>
                <a:spcPts val="567"/>
              </a:spcBef>
              <a:tabLst>
                <a:tab algn="l" pos="0"/>
              </a:tabLst>
            </a:pPr>
            <a:endParaRPr b="0" lang="en-IN" sz="1750" strike="noStrike" u="none">
              <a:solidFill>
                <a:srgbClr val="000000"/>
              </a:solidFill>
              <a:uFillTx/>
              <a:latin typeface="Arial"/>
            </a:endParaRPr>
          </a:p>
          <a:p>
            <a:pPr>
              <a:lnSpc>
                <a:spcPct val="100000"/>
              </a:lnSpc>
              <a:spcBef>
                <a:spcPts val="283"/>
              </a:spcBef>
              <a:tabLst>
                <a:tab algn="l" pos="0"/>
              </a:tabLst>
            </a:pPr>
            <a:r>
              <a:rPr b="0" lang="en" sz="1750" strike="noStrike" u="none">
                <a:solidFill>
                  <a:schemeClr val="dk1"/>
                </a:solidFill>
                <a:uFillTx/>
                <a:latin typeface="Times New Roman"/>
                <a:ea typeface="Times New Roman"/>
              </a:rPr>
              <a:t>[5] </a:t>
            </a:r>
            <a:r>
              <a:rPr b="0" lang="en" sz="1750" strike="noStrike" u="none">
                <a:solidFill>
                  <a:schemeClr val="dk1"/>
                </a:solidFill>
                <a:uFillTx/>
                <a:latin typeface="Arial"/>
                <a:ea typeface="Arial"/>
              </a:rPr>
              <a:t>Prof. Roopa C , Nivas Chandra Reddy,published in the Journal of Emerging Technologies and Innovative Research (JETIR), Volume 11, Issue 3, in March 2024.</a:t>
            </a:r>
            <a:endParaRPr b="0" lang="en-IN" sz="1750" strike="noStrike" u="none">
              <a:solidFill>
                <a:srgbClr val="000000"/>
              </a:solidFill>
              <a:uFillTx/>
              <a:latin typeface="Arial"/>
            </a:endParaRPr>
          </a:p>
          <a:p>
            <a:pPr algn="just">
              <a:lnSpc>
                <a:spcPct val="110000"/>
              </a:lnSpc>
              <a:spcBef>
                <a:spcPts val="283"/>
              </a:spcBef>
              <a:tabLst>
                <a:tab algn="l" pos="0"/>
              </a:tabLst>
            </a:pPr>
            <a:endParaRPr b="0" lang="en-IN" sz="1500" strike="noStrike" u="none">
              <a:solidFill>
                <a:srgbClr val="000000"/>
              </a:solidFill>
              <a:uFillTx/>
              <a:latin typeface="Arial"/>
            </a:endParaRPr>
          </a:p>
          <a:p>
            <a:pPr algn="just">
              <a:lnSpc>
                <a:spcPct val="110000"/>
              </a:lnSpc>
              <a:tabLst>
                <a:tab algn="l" pos="0"/>
              </a:tabLst>
            </a:pPr>
            <a:endParaRPr b="0" lang="en-IN" sz="1500" strike="noStrike" u="none">
              <a:solidFill>
                <a:srgbClr val="000000"/>
              </a:solidFill>
              <a:uFillTx/>
              <a:latin typeface="Arial"/>
            </a:endParaRPr>
          </a:p>
          <a:p>
            <a:pPr algn="just">
              <a:lnSpc>
                <a:spcPct val="110000"/>
              </a:lnSpc>
              <a:tabLst>
                <a:tab algn="l" pos="0"/>
              </a:tabLst>
            </a:pPr>
            <a:endParaRPr b="0" lang="en-IN" sz="1380" strike="noStrike" u="none">
              <a:solidFill>
                <a:srgbClr val="000000"/>
              </a:solidFill>
              <a:uFillTx/>
              <a:latin typeface="Arial"/>
            </a:endParaRPr>
          </a:p>
        </p:txBody>
      </p:sp>
      <p:pic>
        <p:nvPicPr>
          <p:cNvPr id="110" name="Google Shape;203;p28" descr=""/>
          <p:cNvPicPr/>
          <p:nvPr/>
        </p:nvPicPr>
        <p:blipFill>
          <a:blip r:embed="rId1"/>
          <a:stretch/>
        </p:blipFill>
        <p:spPr>
          <a:xfrm>
            <a:off x="0" y="0"/>
            <a:ext cx="9142920" cy="1060560"/>
          </a:xfrm>
          <a:prstGeom prst="rect">
            <a:avLst/>
          </a:prstGeom>
          <a:noFill/>
          <a:ln w="0">
            <a:noFill/>
          </a:ln>
        </p:spPr>
      </p:pic>
      <p:sp>
        <p:nvSpPr>
          <p:cNvPr id="111" name="Google Shape;204;p28"/>
          <p:cNvSpPr/>
          <p:nvPr/>
        </p:nvSpPr>
        <p:spPr>
          <a:xfrm>
            <a:off x="700560" y="4807800"/>
            <a:ext cx="8082720" cy="39528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0" lang="en" sz="1400" strike="noStrike" u="none">
                <a:solidFill>
                  <a:schemeClr val="dk1"/>
                </a:solidFill>
                <a:uFillTx/>
                <a:latin typeface="Arial"/>
                <a:ea typeface="Arial"/>
              </a:rPr>
              <a:t>Date:10-03-2025                                               IESCE                                            Slide. No: 21</a:t>
            </a:r>
            <a:endParaRPr b="0" lang="en-IN" sz="14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 name="PlaceHolder 1"/>
          <p:cNvSpPr>
            <a:spLocks noGrp="1"/>
          </p:cNvSpPr>
          <p:nvPr>
            <p:ph type="title"/>
          </p:nvPr>
        </p:nvSpPr>
        <p:spPr>
          <a:xfrm>
            <a:off x="311760" y="744480"/>
            <a:ext cx="8519400" cy="2051640"/>
          </a:xfrm>
          <a:prstGeom prst="rect">
            <a:avLst/>
          </a:prstGeom>
          <a:noFill/>
          <a:ln w="0">
            <a:noFill/>
          </a:ln>
        </p:spPr>
        <p:txBody>
          <a:bodyPr lIns="91440" rIns="91440" tIns="91440" bIns="91440" anchor="b">
            <a:normAutofit/>
          </a:bodyPr>
          <a:p>
            <a:pPr indent="0" algn="ctr">
              <a:lnSpc>
                <a:spcPct val="100000"/>
              </a:lnSpc>
              <a:buNone/>
              <a:tabLst>
                <a:tab algn="l" pos="0"/>
              </a:tabLst>
            </a:pPr>
            <a:r>
              <a:rPr b="1" lang="en" sz="5200" strike="noStrike" u="none">
                <a:solidFill>
                  <a:schemeClr val="dk1"/>
                </a:solidFill>
                <a:uFillTx/>
                <a:latin typeface="Times New Roman"/>
                <a:ea typeface="Times New Roman"/>
              </a:rPr>
              <a:t>THANK YOU</a:t>
            </a:r>
            <a:endParaRPr b="0" lang="en-IN" sz="52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37</TotalTime>
  <Application>LibreOffice/24.8.5.2$Windows_X86_64 LibreOffice_project/fddf2685c70b461e7832239a0162a77216259f22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en-IN</dc:language>
  <cp:lastModifiedBy/>
  <dcterms:modified xsi:type="dcterms:W3CDTF">2025-03-13T00:01:57Z</dcterms:modified>
  <cp:revision>5</cp:revision>
  <dc:subject/>
  <dc:title/>
</cp:coreProperties>
</file>

<file path=docProps/custom.xml><?xml version="1.0" encoding="utf-8"?>
<Properties xmlns="http://schemas.openxmlformats.org/officeDocument/2006/custom-properties" xmlns:vt="http://schemas.openxmlformats.org/officeDocument/2006/docPropsVTypes"/>
</file>